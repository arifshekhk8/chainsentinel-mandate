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46380d118241bb" /><Relationship Type="http://schemas.openxmlformats.org/officeDocument/2006/relationships/extended-properties" Target="/docProps/app.xml" Id="R4f39858bff9e44c0" /><Relationship Type="http://schemas.openxmlformats.org/officeDocument/2006/relationships/officeDocument" Target="/ppt/presentation.xml" Id="Re95236b2846b4673" /></Relationships>
</file>

<file path=ppt/presentation.xml><?xml version="1.0" encoding="utf-8"?>
<p:presentation xmlns:p="http://schemas.openxmlformats.org/presentationml/2006/main">
  <p:sldMasterIdLst>
    <p:sldMasterId xmlns:r="http://schemas.openxmlformats.org/officeDocument/2006/relationships" id="2147483648" r:id="R3729399eb3054d21"/>
  </p:sldMasterIdLst>
  <p:notesMasterIdLst>
    <p:notesMasterId xmlns:r="http://schemas.openxmlformats.org/officeDocument/2006/relationships" r:id="R204ea9055b1a4e81"/>
  </p:notesMasterIdLst>
  <p:sldIdLst>
    <p:sldId xmlns:r="http://schemas.openxmlformats.org/officeDocument/2006/relationships" id="256" r:id="R579dd0a2965847fe"/>
    <p:sldId xmlns:r="http://schemas.openxmlformats.org/officeDocument/2006/relationships" id="257" r:id="R0eefd8c3ce644da6"/>
    <p:sldId xmlns:r="http://schemas.openxmlformats.org/officeDocument/2006/relationships" id="258" r:id="Re843eba513924ecf"/>
    <p:sldId xmlns:r="http://schemas.openxmlformats.org/officeDocument/2006/relationships" id="259" r:id="Rd24f1491ee824d3a"/>
    <p:sldId xmlns:r="http://schemas.openxmlformats.org/officeDocument/2006/relationships" id="260" r:id="Reacd483cb465486e"/>
    <p:sldId xmlns:r="http://schemas.openxmlformats.org/officeDocument/2006/relationships" id="261" r:id="Rbe54c5e3d9444dea"/>
    <p:sldId xmlns:r="http://schemas.openxmlformats.org/officeDocument/2006/relationships" id="262" r:id="Ra8891b9f381d46a0"/>
    <p:sldId xmlns:r="http://schemas.openxmlformats.org/officeDocument/2006/relationships" id="263" r:id="Rbed4a60ae66a42e1"/>
    <p:sldId xmlns:r="http://schemas.openxmlformats.org/officeDocument/2006/relationships" id="264" r:id="R75f7319cd0b1454c"/>
    <p:sldId xmlns:r="http://schemas.openxmlformats.org/officeDocument/2006/relationships" id="265" r:id="R51340d624daa43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16e563262c4f64" /><Relationship Type="http://schemas.openxmlformats.org/officeDocument/2006/relationships/slideMaster" Target="/ppt/slideMasters/slideMaster1.xml" Id="R3729399eb3054d21" /><Relationship Type="http://schemas.openxmlformats.org/officeDocument/2006/relationships/notesMaster" Target="/ppt/notesMasters/notesMaster1.xml" Id="R204ea9055b1a4e81" /><Relationship Type="http://schemas.openxmlformats.org/officeDocument/2006/relationships/presProps" Target="/ppt/presProps.xml" Id="R061bc350833043ac" /><Relationship Type="http://schemas.openxmlformats.org/officeDocument/2006/relationships/tableStyles" Target="/ppt/tableStyles.xml" Id="Rd67c7746c13645d1" /><Relationship Type="http://schemas.openxmlformats.org/officeDocument/2006/relationships/slide" Target="/ppt/slides/slide1.xml" Id="R579dd0a2965847fe" /><Relationship Type="http://schemas.openxmlformats.org/officeDocument/2006/relationships/slide" Target="/ppt/slides/slide2.xml" Id="R0eefd8c3ce644da6" /><Relationship Type="http://schemas.openxmlformats.org/officeDocument/2006/relationships/slide" Target="/ppt/slides/slide3.xml" Id="Re843eba513924ecf" /><Relationship Type="http://schemas.openxmlformats.org/officeDocument/2006/relationships/slide" Target="/ppt/slides/slide4.xml" Id="Rd24f1491ee824d3a" /><Relationship Type="http://schemas.openxmlformats.org/officeDocument/2006/relationships/slide" Target="/ppt/slides/slide5.xml" Id="Reacd483cb465486e" /><Relationship Type="http://schemas.openxmlformats.org/officeDocument/2006/relationships/slide" Target="/ppt/slides/slide6.xml" Id="Rbe54c5e3d9444dea" /><Relationship Type="http://schemas.openxmlformats.org/officeDocument/2006/relationships/slide" Target="/ppt/slides/slide7.xml" Id="Ra8891b9f381d46a0" /><Relationship Type="http://schemas.openxmlformats.org/officeDocument/2006/relationships/slide" Target="/ppt/slides/slide8.xml" Id="Rbed4a60ae66a42e1" /><Relationship Type="http://schemas.openxmlformats.org/officeDocument/2006/relationships/slide" Target="/ppt/slides/slide9.xml" Id="R75f7319cd0b1454c" /><Relationship Type="http://schemas.openxmlformats.org/officeDocument/2006/relationships/slide" Target="/ppt/slides/slide10.xml" Id="R51340d624daa43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f932071abb48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dfcaae21c04a8b" /><Relationship Type="http://schemas.openxmlformats.org/officeDocument/2006/relationships/notesMaster" Target="/ppt/notesMasters/notesMaster1.xml" Id="R09cd5034c31743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86a33c509a44d0" /><Relationship Type="http://schemas.openxmlformats.org/officeDocument/2006/relationships/notesMaster" Target="/ppt/notesMasters/notesMaster1.xml" Id="R8af0c60b057e4e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f0255b4afb4105" /><Relationship Type="http://schemas.openxmlformats.org/officeDocument/2006/relationships/notesMaster" Target="/ppt/notesMasters/notesMaster1.xml" Id="R538c102822fc4e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d1d5a8a2854a11" /><Relationship Type="http://schemas.openxmlformats.org/officeDocument/2006/relationships/notesMaster" Target="/ppt/notesMasters/notesMaster1.xml" Id="Rb728e37129e04f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362cbcf78642c9" /><Relationship Type="http://schemas.openxmlformats.org/officeDocument/2006/relationships/notesMaster" Target="/ppt/notesMasters/notesMaster1.xml" Id="Re46606dbe38142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cae5eced0846fa" /><Relationship Type="http://schemas.openxmlformats.org/officeDocument/2006/relationships/notesMaster" Target="/ppt/notesMasters/notesMaster1.xml" Id="R99b6fa1752814e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619af428764516" /><Relationship Type="http://schemas.openxmlformats.org/officeDocument/2006/relationships/notesMaster" Target="/ppt/notesMasters/notesMaster1.xml" Id="R60916a29ebd346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d62bc229dd457c" /><Relationship Type="http://schemas.openxmlformats.org/officeDocument/2006/relationships/notesMaster" Target="/ppt/notesMasters/notesMaster1.xml" Id="Rde728204a8e544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75b269667c4ca4" /><Relationship Type="http://schemas.openxmlformats.org/officeDocument/2006/relationships/notesMaster" Target="/ppt/notesMasters/notesMaster1.xml" Id="Rff422d1258d84c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e680dc45124528" /><Relationship Type="http://schemas.openxmlformats.org/officeDocument/2006/relationships/notesMaster" Target="/ppt/notesMasters/notesMaster1.xml" Id="R16d193ad012647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planned slot.</a:t>
            </a:r>
          </a:p>
          <a:p xmlns:a="http://schemas.openxmlformats.org/drawingml/2006/main">
            <a:r>
              <a:t/>
            </a:r>
          </a:p>
          <a:p xmlns:a="http://schemas.openxmlformats.org/drawingml/2006/main">
            <a:r>
              <a:t>We are Team ChainSentinel from Bangladesh. Mandate helps a small business handle supplier bills while the owner keeps control over payment permission. Our example is Orbit Studio, a fictional design agency assumed to use on-chain supplier payments. The owner reviews exact bills and grants bounded permission. AI helps interpret requests, then a restricted agent can process eligible bills after a separate confirmation. The contract checks every transfer independently. All invoices are synthetic and MDT tokens have no cash value. Our team members are MD ARIF SHEKH, MD MEHERAB HOSSAIN TALUKDER and IRIN KHATUN. Arif and Meherab study at IUBAT. Irin studies at Jagannath University.</a:t>
            </a:r>
          </a:p>
          <a:p xmlns:a="http://schemas.openxmlformats.org/drawingml/2006/main">
            <a:r>
              <a:t/>
            </a:r>
          </a:p>
          <a:p xmlns:a="http://schemas.openxmlformats.org/drawingml/2006/main">
            <a:r>
              <a:t>Sources:</a:t>
            </a:r>
          </a:p>
          <a:p xmlns:a="http://schemas.openxmlformats.org/drawingml/2006/main">
            <a:r>
              <a:t>README.md</a:t>
            </a:r>
          </a:p>
          <a:p xmlns:a="http://schemas.openxmlformats.org/drawingml/2006/main">
            <a:r>
              <a:t>demo/SCENARIO.md</a:t>
            </a:r>
          </a:p>
          <a:p xmlns:a="http://schemas.openxmlformats.org/drawingml/2006/main">
            <a:r>
              <a:t>competition/technical-report-content.json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0:40–1:25 planned slot.</a:t>
            </a:r>
          </a:p>
          <a:p xmlns:a="http://schemas.openxmlformats.org/drawingml/2006/main">
            <a:r>
              <a:t/>
            </a:r>
          </a:p>
          <a:p xmlns:a="http://schemas.openxmlformats.org/drawingml/2006/main">
            <a:r>
              <a:t>This is the full sequence. First the owner funds the vault and sets trusted vendors, spending rules and the agent session. The owner uploads a bill, reviews its source and signs its exact approval. That signature grants permission but sends no payment. Next, AI interprets the request. The application calculates an exact plan from approved bills and current chain state, asking a question if needed. The user separately confirms execution. The agent submits eligible payments, the contract enforces permission and matching receipts establish success. Unknown outcomes require original-hash recovery. The owner can pause or revoke access after confirmation on-chain.</a:t>
            </a:r>
          </a:p>
          <a:p xmlns:a="http://schemas.openxmlformats.org/drawingml/2006/main">
            <a:r>
              <a:t/>
            </a:r>
          </a:p>
          <a:p xmlns:a="http://schemas.openxmlformats.org/drawingml/2006/main">
            <a:r>
              <a:t>Sources:</a:t>
            </a:r>
          </a:p>
          <a:p xmlns:a="http://schemas.openxmlformats.org/drawingml/2006/main">
            <a:r>
              <a:t>REQUIREMENTS.md R01–R15</a:t>
            </a:r>
          </a:p>
          <a:p xmlns:a="http://schemas.openxmlformats.org/drawingml/2006/main">
            <a:r>
              <a:t>ARCHITECTURE.md</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1:25–2:20 planned slot.</a:t>
            </a:r>
          </a:p>
          <a:p xmlns:a="http://schemas.openxmlformats.org/drawingml/2006/main">
            <a:r>
              <a:t/>
            </a:r>
          </a:p>
          <a:p xmlns:a="http://schemas.openxmlformats.org/drawingml/2006/main">
            <a:r>
              <a:t>The owner’s work starts with the invoice. This actual application screenshot shows source text beside the extracted fields. It comes from a saved scripted local replay on chain 31337, with disposable accounts and no live model or wallet extension. The owner checks invoice number, amount, dates and the trusted vendor recipient. An address written inside an invoice cannot replace the owner’s registry. Missing or ambiguous details stop approval, and editing a draft clears its review stamp. The owner then signs exact bill approvals on-chain. That approval establishes permission but moves no tokens. This review boundary matters because neither a plausible extraction nor a sentence hidden in an invoice should create spending authority.</a:t>
            </a:r>
          </a:p>
          <a:p xmlns:a="http://schemas.openxmlformats.org/drawingml/2006/main">
            <a:r>
              <a:t/>
            </a:r>
          </a:p>
          <a:p xmlns:a="http://schemas.openxmlformats.org/drawingml/2006/main">
            <a:r>
              <a:t>Sources:</a:t>
            </a:r>
          </a:p>
          <a:p xmlns:a="http://schemas.openxmlformats.org/drawingml/2006/main">
            <a:r>
              <a:t>REQUIREMENTS.md R01–R04</a:t>
            </a:r>
          </a:p>
          <a:p xmlns:a="http://schemas.openxmlformats.org/drawingml/2006/main">
            <a:r>
              <a:t>evidence/submission/2026-10-20/local-replay-verification.json</a:t>
            </a:r>
          </a:p>
          <a:p xmlns:a="http://schemas.openxmlformats.org/drawingml/2006/main">
            <a:r>
              <a:t>app/public/index.html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2:20–3:20 planned slot.</a:t>
            </a:r>
          </a:p>
          <a:p xmlns:a="http://schemas.openxmlformats.org/drawingml/2006/main">
            <a:r>
              <a:t/>
            </a:r>
          </a:p>
          <a:p xmlns:a="http://schemas.openxmlformats.org/drawingml/2006/main">
            <a:r>
              <a:t>The architecture separates interpretation, permission and execution. The owner’s private key stays in the browser wallet. Groq, using openai/gpt-oss-120b, suggests structured fields and intent without receiving keys or transaction tools. Ordinary application code calculates amounts in exact integer token units, orders bills and checks current chain state. A separate user confirmation authorizes execution of the prepared batch. The restricted agent signs only the pinned vault payment route with a bill key and expected policy version. The contract reads recipient and amount from its approved record. It does not trust an amount supplied by the model. A database flag, a changed invoice or a convincing model response cannot replace the owner’s on-chain approval.</a:t>
            </a:r>
          </a:p>
          <a:p xmlns:a="http://schemas.openxmlformats.org/drawingml/2006/main">
            <a:r>
              <a:t/>
            </a:r>
          </a:p>
          <a:p xmlns:a="http://schemas.openxmlformats.org/drawingml/2006/main">
            <a:r>
              <a:t>Sources:</a:t>
            </a:r>
          </a:p>
          <a:p xmlns:a="http://schemas.openxmlformats.org/drawingml/2006/main">
            <a:r>
              <a:t>ARCHITECTURE.md</a:t>
            </a:r>
          </a:p>
          <a:p xmlns:a="http://schemas.openxmlformats.org/drawingml/2006/main">
            <a:r>
              <a:t>SECURITY.md</a:t>
            </a:r>
          </a:p>
          <a:p xmlns:a="http://schemas.openxmlformats.org/drawingml/2006/main">
            <a:r>
              <a:t>contracts/MandateVault.sol</a:t>
            </a:r>
          </a:p>
          <a:p xmlns:a="http://schemas.openxmlformats.org/drawingml/2006/main">
            <a:r>
              <a:t>app/planner.mjs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3:20–4:15 planned slot.</a:t>
            </a:r>
          </a:p>
          <a:p xmlns:a="http://schemas.openxmlformats.org/drawingml/2006/main">
            <a:r>
              <a:t/>
            </a:r>
          </a:p>
          <a:p xmlns:a="http://schemas.openxmlformats.org/drawingml/2006/main">
            <a:r>
              <a:t>Useful conversation includes knowing when to ask. In this saved public-workspace interaction, the owner said, Pay that one. The live model asked which bill and selected nothing. Independent saved checks show zero payment attempts. After the owner identifies a bill, the application can prepare an exact plan, but execution still needs separate confirmation. Read-only questions cannot silently become payments. A proposed correction needs an explicit apply action and fresh source review, and cannot change an existing signed approval. Provider or quota failures leave manual review available. This is a recorded interaction, not a new model call. We also retain the answer-quality failures discussed near the end, so this successful example does not imply every answer was correct.</a:t>
            </a:r>
          </a:p>
          <a:p xmlns:a="http://schemas.openxmlformats.org/drawingml/2006/main">
            <a:r>
              <a:t/>
            </a:r>
          </a:p>
          <a:p xmlns:a="http://schemas.openxmlformats.org/drawingml/2006/main">
            <a:r>
              <a:t>Sources:</a:t>
            </a:r>
          </a:p>
          <a:p xmlns:a="http://schemas.openxmlformats.org/drawingml/2006/main">
            <a:r>
              <a:t>evidence/sepolia/public/step5-sepolia-clarification-verification.json</a:t>
            </a:r>
          </a:p>
          <a:p xmlns:a="http://schemas.openxmlformats.org/drawingml/2006/main">
            <a:r>
              <a:t>evidence/STEP5_GROQ_RESULTS.md</a:t>
            </a:r>
          </a:p>
          <a:p xmlns:a="http://schemas.openxmlformats.org/drawingml/2006/main">
            <a:r>
              <a:t>REQUIREMENTS.md 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4:15–5:20 planned slot.</a:t>
            </a:r>
          </a:p>
          <a:p xmlns:a="http://schemas.openxmlformats.org/drawingml/2006/main">
            <a:r>
              <a:t/>
            </a:r>
          </a:p>
          <a:p xmlns:a="http://schemas.openxmlformats.org/drawingml/2006/main">
            <a:r>
              <a:t>The public testnet run connects the workflow to real mined receipts. The owner approved three bills totaling 425 MDT. The per-bill limit was 250, the daily cap 400 and the protected reserve 300. The confirmed batch paid 200 to Hostline and 150 to Artline. Only 50 of that UTC day’s allowance remained, so the 75 bill stayed unpaid. Starting from 1,000 MDT, the vault retained 650. These are the saved 19 October outcomes, not a claim about today’s remaining daily allowance. The owner subsequently revoked the agent at policy version seven. Both payment explorer links and the revocation link are in these notes. Execution Evidence supplies the complete register, receipt fields and original setup exceptions.</a:t>
            </a:r>
          </a:p>
          <a:p xmlns:a="http://schemas.openxmlformats.org/drawingml/2006/main">
            <a:r>
              <a:t/>
            </a:r>
          </a:p>
          <a:p xmlns:a="http://schemas.openxmlformats.org/drawingml/2006/main">
            <a:r>
              <a:t>Sources:</a:t>
            </a:r>
          </a:p>
          <a:p xmlns:a="http://schemas.openxmlformats.org/drawingml/2006/main">
            <a:r>
              <a:t>evidence/STEP5_SEPOLIA_RESULTS.md</a:t>
            </a:r>
          </a:p>
          <a:p xmlns:a="http://schemas.openxmlformats.org/drawingml/2006/main">
            <a:r>
              <a:t>https://sepolia.etherscan.io/tx/0xa35b0bd2785c1b9272e571d2a5197eb5530089151c6b8e751935b02941931ba4</a:t>
            </a:r>
          </a:p>
          <a:p xmlns:a="http://schemas.openxmlformats.org/drawingml/2006/main">
            <a:r>
              <a:t>https://sepolia.etherscan.io/tx/0x37ba350085b7cf15423745251aa71c8530c7c5915493534663f7eb0a46029ac9</a:t>
            </a:r>
          </a:p>
          <a:p xmlns:a="http://schemas.openxmlformats.org/drawingml/2006/main">
            <a:r>
              <a:t>https://sepolia.etherscan.io/tx/0xa6a4665cdfe4e0e44e8e08103ef8e943d8ac05fcbe432fef225e940c1dcb60e0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5:20–6:25 planned slot.</a:t>
            </a:r>
          </a:p>
          <a:p xmlns:a="http://schemas.openxmlformats.org/drawingml/2006/main">
            <a:r>
              <a:t/>
            </a:r>
          </a:p>
          <a:p xmlns:a="http://schemas.openxmlformats.org/drawingml/2006/main">
            <a:r>
              <a:t>The contract checks the owner’s rules even when a caller bypasses the planner. It verifies the approved bill, vendor state, caps, reserve, time windows, configured agent and current policy version. A paid key remains consumed permanently. Before each send, the executor re-reads state and simulates the exact call. It records the original transaction reference and requires a successful receipt with a matching payment event before showing confirmed. Uncertainty stays distinct from success and recovery never blindly resends. Public duplicate, daily-limit and stopped-agent rejections were unmined calls, not failed mined transactions. The public stopped bill also exceeded its daily allowance. Clean local fixtures independently isolate revocation. Confirmed owner revocation prevents later execution but cannot reverse a completed transfer.</a:t>
            </a:r>
          </a:p>
          <a:p xmlns:a="http://schemas.openxmlformats.org/drawingml/2006/main">
            <a:r>
              <a:t/>
            </a:r>
          </a:p>
          <a:p xmlns:a="http://schemas.openxmlformats.org/drawingml/2006/main">
            <a:r>
              <a:t>Sources:</a:t>
            </a:r>
          </a:p>
          <a:p xmlns:a="http://schemas.openxmlformats.org/drawingml/2006/main">
            <a:r>
              <a:t>contracts/MandateVault.sol</a:t>
            </a:r>
          </a:p>
          <a:p xmlns:a="http://schemas.openxmlformats.org/drawingml/2006/main">
            <a:r>
              <a:t>TESTING.md C01–C06</a:t>
            </a:r>
          </a:p>
          <a:p xmlns:a="http://schemas.openxmlformats.org/drawingml/2006/main">
            <a:r>
              <a:t>evidence/STEP2_RESULTS.md</a:t>
            </a:r>
          </a:p>
          <a:p xmlns:a="http://schemas.openxmlformats.org/drawingml/2006/main">
            <a:r>
              <a:t>evidence/sepolia/public/step5-sepolia-revocation-verification.json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6:25–7:30 planned slot.</a:t>
            </a:r>
          </a:p>
          <a:p xmlns:a="http://schemas.openxmlformats.org/drawingml/2006/main">
            <a:r>
              <a:t/>
            </a:r>
          </a:p>
          <a:p xmlns:a="http://schemas.openxmlformats.org/drawingml/2006/main">
            <a:r>
              <a:t>The separate local evaluation used Groq openai/gpt-oss-120b on forty fixed synthetic cases, split between twenty ordinary and twenty hostile or exception cases. Six interaction cases are tags within those forty, not additional cases. V5 recorded nineteen of twenty ordinary completions, twenty of twenty exception explanations and all six interactions. Critical fields were exact across twenty-six explicit CSV invoices. The run used seventy-two model calls and produced twenty-seven verified local receipts. These are different denominators and must not be added together. Earlier failures informed repairs, so this is a repaired fixed-case regression, not untouched held-out accuracy. N13 still asked an unnecessary question about an already-paid bill. Zero wrong transfers describes this finite set and is not a universal safety guarantee.</a:t>
            </a:r>
          </a:p>
          <a:p xmlns:a="http://schemas.openxmlformats.org/drawingml/2006/main">
            <a:r>
              <a:t/>
            </a:r>
          </a:p>
          <a:p xmlns:a="http://schemas.openxmlformats.org/drawingml/2006/main">
            <a:r>
              <a:t>Sources:</a:t>
            </a:r>
          </a:p>
          <a:p xmlns:a="http://schemas.openxmlformats.org/drawingml/2006/main">
            <a:r>
              <a:t>evidence/STEP5_GROQ_RESULTS.md</a:t>
            </a:r>
          </a:p>
          <a:p xmlns:a="http://schemas.openxmlformats.org/drawingml/2006/main">
            <a:r>
              <a:t>evidence/step5-evaluation-runs/2026-10-19T08-37-56-741Z-groq-live-analysis.json</a:t>
            </a:r>
          </a:p>
          <a:p xmlns:a="http://schemas.openxmlformats.org/drawingml/2006/main">
            <a:r>
              <a:t>demo/evaluation-freeze-groq-v5.json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7:30–8:25 planned slot.</a:t>
            </a:r>
          </a:p>
          <a:p xmlns:a="http://schemas.openxmlformats.org/drawingml/2006/main">
            <a:r>
              <a:t/>
            </a:r>
          </a:p>
          <a:p xmlns:a="http://schemas.openxmlformats.org/drawingml/2006/main">
            <a:r>
              <a:t>Reviewers can inspect the working application through the protected Render URL supplied with the deliverables. The gateway enforces login, secure cookies and origin checks. The application uses working SQLite state, with AES-256-GCM encrypted recovery snapshots stored in Neon. Saved browser and actual restart checks retained the same three reviewed bills and two payment receipts. The screenshot shows that existing history, not a new payment run. The daily budget resets by UTC date, while the proposal below remains a historical plan. The shared login grants full workspace access. It has no individual identities, MFA or read-only judge role. Repeated wrong passwords return 429, but there is no enforced delay or durable lockout. Private login instructions travel separately from this public deck.</a:t>
            </a:r>
          </a:p>
          <a:p xmlns:a="http://schemas.openxmlformats.org/drawingml/2006/main">
            <a:r>
              <a:t/>
            </a:r>
          </a:p>
          <a:p xmlns:a="http://schemas.openxmlformats.org/drawingml/2006/main">
            <a:r>
              <a:t>Sources:</a:t>
            </a:r>
          </a:p>
          <a:p xmlns:a="http://schemas.openxmlformats.org/drawingml/2006/main">
            <a:r>
              <a:t>evidence/HOSTING_RESULTS.md</a:t>
            </a:r>
          </a:p>
          <a:p xmlns:a="http://schemas.openxmlformats.org/drawingml/2006/main">
            <a:r>
              <a:t>competition/JUDGE_REVIEW.md</a:t>
            </a:r>
          </a:p>
          <a:p xmlns:a="http://schemas.openxmlformats.org/drawingml/2006/main">
            <a:r>
              <a:t>competition/HOSTING.md</a:t>
            </a:r>
          </a:p>
          <a:p xmlns:a="http://schemas.openxmlformats.org/drawingml/2006/main">
            <a:r>
              <a:t>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8:25–9:30 planned slot.</a:t>
            </a:r>
          </a:p>
          <a:p xmlns:a="http://schemas.openxmlformats.org/drawingml/2006/main">
            <a:r>
              <a:t/>
            </a:r>
          </a:p>
          <a:p xmlns:a="http://schemas.openxmlformats.org/drawingml/2006/main">
            <a:r>
              <a:t>Our contribution is an end-to-end workflow that connects source review and useful conversation to exact permission, restricted execution and independently matched receipts. We keep its limits visible. A public read-only question reported 350 MDT eligible rather than the requested 425 approved total, without initiating payment. N13’s safe completion miss remains in the local results. The manual baseline was automated and establishes no human time savings. Both hostile virtual comparisons were safe, so that sample establishes no incremental contract benefit. Signing storage and shared authentication need production work, and there is no external audit. This prototype supports only local development and Sepolia with test tokens. Organizer acceptance of Sepolia remains unconfirmed. Reviewers can open the source ZIP, follow its setup README, inspect Execution Evidence and use the separately supplied workspace access instructions. Thank you.</a:t>
            </a:r>
          </a:p>
          <a:p xmlns:a="http://schemas.openxmlformats.org/drawingml/2006/main">
            <a:r>
              <a:t/>
            </a:r>
          </a:p>
          <a:p xmlns:a="http://schemas.openxmlformats.org/drawingml/2006/main">
            <a:r>
              <a:t>Sources:</a:t>
            </a:r>
          </a:p>
          <a:p xmlns:a="http://schemas.openxmlformats.org/drawingml/2006/main">
            <a:r>
              <a:t>README.md</a:t>
            </a:r>
          </a:p>
          <a:p xmlns:a="http://schemas.openxmlformats.org/drawingml/2006/main">
            <a:r>
              <a:t>SECURITY.md</a:t>
            </a:r>
          </a:p>
          <a:p xmlns:a="http://schemas.openxmlformats.org/drawingml/2006/main">
            <a:r>
              <a:t>evidence/STEP5_GROQ_RESULTS.md</a:t>
            </a:r>
          </a:p>
          <a:p xmlns:a="http://schemas.openxmlformats.org/drawingml/2006/main">
            <a:r>
              <a:t>evidence/sepolia/public/step5-sepolia-read-only-observation.json</a:t>
            </a:r>
          </a:p>
          <a:p xmlns:a="http://schemas.openxmlformats.org/drawingml/2006/main">
            <a:r>
              <a:t>submission/plan.md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40de7007e243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a3830f17854b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2cfe0d3d8b49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0423fc76a94a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dafc70f99e45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6af5bdc93c41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66BF79-1005-4F84-BF72-DA29415891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D437CC-76B5-46A6-8661-30457074E1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B7363E-CC6A-41B8-8218-B5F8499A59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1D468C-A100-4274-B823-DCD9497455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A5A927-EE5E-48FF-8A1B-9DCD51BB2C9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310F48-AA77-43C5-A9AC-8899C72B3F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F0DD1E-DAAE-4CCE-96E8-1FA6681156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A8BD87-174D-4D89-A6D8-F78DAF8EC3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15FB74-8FA7-43A3-A795-1E0CF97610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BB637A-3414-4CA9-B23B-672772F5FB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d3026723454887" /><Relationship Type="http://schemas.openxmlformats.org/officeDocument/2006/relationships/slideLayout" Target="/ppt/slideLayouts/slideLayout1.xml" Id="Rdadc24a7eb87459f" /><Relationship Type="http://schemas.openxmlformats.org/officeDocument/2006/relationships/slideLayout" Target="/ppt/slideLayouts/slideLayout2.xml" Id="R932594b99b674d8e" /><Relationship Type="http://schemas.openxmlformats.org/officeDocument/2006/relationships/slideLayout" Target="/ppt/slideLayouts/slideLayout3.xml" Id="Rdff1efb90df94c30" /><Relationship Type="http://schemas.openxmlformats.org/officeDocument/2006/relationships/slideLayout" Target="/ppt/slideLayouts/slideLayout4.xml" Id="Rafae8c3a9cdc4df4" /><Relationship Type="http://schemas.openxmlformats.org/officeDocument/2006/relationships/slideLayout" Target="/ppt/slideLayouts/slideLayout5.xml" Id="R49408ba4da1e4acc" /><Relationship Type="http://schemas.openxmlformats.org/officeDocument/2006/relationships/slideLayout" Target="/ppt/slideLayouts/slideLayout6.xml" Id="Rc6868f5eb07544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dc24a7eb87459f"/>
    <p:sldLayoutId xmlns:r="http://schemas.openxmlformats.org/officeDocument/2006/relationships" id="2147483650" r:id="R932594b99b674d8e"/>
    <p:sldLayoutId xmlns:r="http://schemas.openxmlformats.org/officeDocument/2006/relationships" id="2147483651" r:id="Rdff1efb90df94c30"/>
    <p:sldLayoutId xmlns:r="http://schemas.openxmlformats.org/officeDocument/2006/relationships" id="2147483652" r:id="Rafae8c3a9cdc4df4"/>
    <p:sldLayoutId xmlns:r="http://schemas.openxmlformats.org/officeDocument/2006/relationships" id="2147483653" r:id="R49408ba4da1e4acc"/>
    <p:sldLayoutId xmlns:r="http://schemas.openxmlformats.org/officeDocument/2006/relationships" id="2147483654" r:id="Rc6868f5eb07544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716f1828c94c7e" /><Relationship Type="http://schemas.openxmlformats.org/officeDocument/2006/relationships/image" Target="/ppt/media/image.png" Id="R86bc16293ec64e12" /><Relationship Type="http://schemas.openxmlformats.org/officeDocument/2006/relationships/notesSlide" Target="/ppt/notesSlides/notesSlide1.xml" Id="R0ed49e30d56d41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944f43dd054414" /><Relationship Type="http://schemas.openxmlformats.org/officeDocument/2006/relationships/notesSlide" Target="/ppt/notesSlides/notesSlide2.xml" Id="R762800e9ac3541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17b5754a1a4ee7" /><Relationship Type="http://schemas.openxmlformats.org/officeDocument/2006/relationships/image" Target="/ppt/media/image2.png" Id="R816cd423f8bb4eed" /><Relationship Type="http://schemas.openxmlformats.org/officeDocument/2006/relationships/notesSlide" Target="/ppt/notesSlides/notesSlide3.xml" Id="R933e15adfb3343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aaf92b90964ac8" /><Relationship Type="http://schemas.openxmlformats.org/officeDocument/2006/relationships/notesSlide" Target="/ppt/notesSlides/notesSlide4.xml" Id="R861959f83d1046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91f4e4ea0094280" /><Relationship Type="http://schemas.openxmlformats.org/officeDocument/2006/relationships/notesSlide" Target="/ppt/notesSlides/notesSlide5.xml" Id="R445330e3eb6d4a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a70a5bd5854f2e" /><Relationship Type="http://schemas.openxmlformats.org/officeDocument/2006/relationships/notesSlide" Target="/ppt/notesSlides/notesSlide6.xml" Id="R07cc3c22bcf143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dd084530eb4d54" /><Relationship Type="http://schemas.openxmlformats.org/officeDocument/2006/relationships/notesSlide" Target="/ppt/notesSlides/notesSlide7.xml" Id="R6911f93e99e94c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d606a13afa4033" /><Relationship Type="http://schemas.openxmlformats.org/officeDocument/2006/relationships/notesSlide" Target="/ppt/notesSlides/notesSlide8.xml" Id="R1b2ee0676f794f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6bf4475bee4c9d" /><Relationship Type="http://schemas.openxmlformats.org/officeDocument/2006/relationships/image" Target="/ppt/media/image3.png" Id="R30f1e24d06944905" /><Relationship Type="http://schemas.openxmlformats.org/officeDocument/2006/relationships/notesSlide" Target="/ppt/notesSlides/notesSlide9.xml" Id="R2f2eeb87814442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95b5de017da4715" /><Relationship Type="http://schemas.openxmlformats.org/officeDocument/2006/relationships/notesSlide" Target="/ppt/notesSlides/notesSlide10.xml" Id="R8a3bc33872bb4689" /></Relationships>
</file>

<file path=ppt/slides/slide1.xml><?xml version="1.0" encoding="utf-8"?>
<p:sld xmlns:p="http://schemas.openxmlformats.org/presentationml/2006/main">
  <p:cSld>
    <p:bg>
      <p:bgPr>
        <a:solidFill xmlns:a="http://schemas.openxmlformats.org/drawingml/2006/main">
          <a:srgbClr val="123C2E"/>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861D34B-DE2C-4F4F-96B3-B06CDD650224}"/>
              </a:ext>
            </a:extLst>
          </p:cNvPr>
          <p:cNvPicPr>
            <a:picLocks xmlns:a="http://schemas.openxmlformats.org/drawingml/2006/main" noChangeAspect="1"/>
          </p:cNvPicPr>
          <p:nvPr/>
        </p:nvPicPr>
        <p:blipFill>
          <a:blip xmlns:r="http://schemas.openxmlformats.org/officeDocument/2006/relationships" xmlns:a="http://schemas.openxmlformats.org/drawingml/2006/main" r:embed="R86bc16293ec64e12"/>
          <a:stretch xmlns:a="http://schemas.openxmlformats.org/drawingml/2006/main"/>
        </p:blipFill>
        <p:spPr>
          <a:xfrm xmlns:a="http://schemas.openxmlformats.org/drawingml/2006/main">
            <a:off x="619539" y="647700"/>
            <a:ext cx="856422" cy="895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1E884F-D3EE-462C-90DA-385E29AAE7E3}"/>
              </a:ext>
            </a:extLst>
          </p:cNvPr>
          <p:cNvSpPr>
            <a:spLocks xmlns:a="http://schemas.openxmlformats.org/drawingml/2006/main" noGrp="1"/>
          </p:cNvSpPr>
          <p:nvPr/>
        </p:nvSpPr>
        <p:spPr>
          <a:xfrm xmlns:a="http://schemas.openxmlformats.org/drawingml/2006/main">
            <a:off x="1695450" y="71437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F5F7F3"/>
                </a:solidFill>
                <a:latin typeface="Arial"/>
                <a:ea typeface="Arial"/>
                <a:cs typeface="Arial"/>
              </a:defRPr>
            </a:defPPr>
            <a:lvl1pPr>
              <a:buNone/>
              <a:defRPr sz="6000" b="1">
                <a:solidFill>
                  <a:srgbClr val="F5F7F3"/>
                </a:solidFill>
                <a:latin typeface="Arial"/>
                <a:ea typeface="Arial"/>
                <a:cs typeface="Arial"/>
              </a:defRPr>
            </a:lvl1pPr>
            <a:lvl2pPr>
              <a:buNone/>
              <a:defRPr sz="6000" b="1">
                <a:solidFill>
                  <a:srgbClr val="F5F7F3"/>
                </a:solidFill>
                <a:latin typeface="Arial"/>
                <a:ea typeface="Arial"/>
                <a:cs typeface="Arial"/>
              </a:defRPr>
            </a:lvl2pPr>
            <a:lvl3pPr>
              <a:buNone/>
              <a:defRPr sz="6000" b="1">
                <a:solidFill>
                  <a:srgbClr val="F5F7F3"/>
                </a:solidFill>
                <a:latin typeface="Arial"/>
                <a:ea typeface="Arial"/>
                <a:cs typeface="Arial"/>
              </a:defRPr>
            </a:lvl3pPr>
            <a:lvl4pPr>
              <a:buNone/>
              <a:defRPr sz="6000" b="1">
                <a:solidFill>
                  <a:srgbClr val="F5F7F3"/>
                </a:solidFill>
                <a:latin typeface="Arial"/>
                <a:ea typeface="Arial"/>
                <a:cs typeface="Arial"/>
              </a:defRPr>
            </a:lvl4pPr>
            <a:lvl5pPr>
              <a:buNone/>
              <a:defRPr sz="6000" b="1">
                <a:solidFill>
                  <a:srgbClr val="F5F7F3"/>
                </a:solidFill>
                <a:latin typeface="Arial"/>
                <a:ea typeface="Arial"/>
                <a:cs typeface="Arial"/>
              </a:defRPr>
            </a:lvl5pPr>
            <a:lvl6pPr>
              <a:buNone/>
              <a:defRPr sz="6000" b="1">
                <a:solidFill>
                  <a:srgbClr val="F5F7F3"/>
                </a:solidFill>
                <a:latin typeface="Arial"/>
                <a:ea typeface="Arial"/>
                <a:cs typeface="Arial"/>
              </a:defRPr>
            </a:lvl6pPr>
            <a:lvl7pPr>
              <a:buNone/>
              <a:defRPr sz="6000" b="1">
                <a:solidFill>
                  <a:srgbClr val="F5F7F3"/>
                </a:solidFill>
                <a:latin typeface="Arial"/>
                <a:ea typeface="Arial"/>
                <a:cs typeface="Arial"/>
              </a:defRPr>
            </a:lvl7pPr>
            <a:lvl8pPr>
              <a:buNone/>
              <a:defRPr sz="6000" b="1">
                <a:solidFill>
                  <a:srgbClr val="F5F7F3"/>
                </a:solidFill>
                <a:latin typeface="Arial"/>
                <a:ea typeface="Arial"/>
                <a:cs typeface="Arial"/>
              </a:defRPr>
            </a:lvl8pPr>
            <a:lvl9pPr>
              <a:buNone/>
              <a:defRPr sz="6000" b="1">
                <a:solidFill>
                  <a:srgbClr val="F5F7F3"/>
                </a:solidFill>
                <a:latin typeface="Arial"/>
                <a:ea typeface="Arial"/>
                <a:cs typeface="Arial"/>
              </a:defRPr>
            </a:lvl9pPr>
          </a:lstStyle>
          <a:p xmlns:a="http://schemas.openxmlformats.org/drawingml/2006/main">
            <a:pPr>
              <a:buNone/>
              <a:defRPr sz="6000" b="1">
                <a:solidFill>
                  <a:srgbClr val="F5F7F3"/>
                </a:solidFill>
                <a:latin typeface="Arial"/>
                <a:ea typeface="Arial"/>
                <a:cs typeface="Arial"/>
              </a:defRPr>
            </a:pPr>
            <a:r>
              <a:rPr sz="6000" b="1">
                <a:solidFill>
                  <a:srgbClr val="F5F7F3"/>
                </a:solidFill>
                <a:latin typeface="Arial"/>
                <a:ea typeface="Arial"/>
                <a:cs typeface="Arial"/>
              </a:rPr>
              <a:t>mandate.</a:t>
            </a:r>
          </a:p>
        </p:txBody>
      </p:sp>
      <p:sp>
        <p:nvSpPr>
          <p:cNvPr id="3" name="">
            <a:extLst xmlns:a="http://schemas.openxmlformats.org/drawingml/2006/main">
              <a:ext uri="{FF2B5EF4-FFF2-40B4-BE49-F238E27FC236}">
                <a16:creationId xmlns:a16="http://schemas.microsoft.com/office/drawing/2014/main" id="{47052D7B-BBDA-4E60-8601-982EE98F3082}"/>
              </a:ext>
            </a:extLst>
          </p:cNvPr>
          <p:cNvSpPr>
            <a:spLocks xmlns:a="http://schemas.openxmlformats.org/drawingml/2006/main" noGrp="1"/>
          </p:cNvSpPr>
          <p:nvPr/>
        </p:nvSpPr>
        <p:spPr>
          <a:xfrm xmlns:a="http://schemas.openxmlformats.org/drawingml/2006/main">
            <a:off x="609600" y="2286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F5F7F3"/>
                </a:solidFill>
                <a:latin typeface="Arial"/>
                <a:ea typeface="Arial"/>
                <a:cs typeface="Arial"/>
              </a:defRPr>
            </a:defPPr>
            <a:lvl1pPr>
              <a:buNone/>
              <a:defRPr sz="4200" b="1">
                <a:solidFill>
                  <a:srgbClr val="F5F7F3"/>
                </a:solidFill>
                <a:latin typeface="Arial"/>
                <a:ea typeface="Arial"/>
                <a:cs typeface="Arial"/>
              </a:defRPr>
            </a:lvl1pPr>
            <a:lvl2pPr>
              <a:buNone/>
              <a:defRPr sz="4200" b="1">
                <a:solidFill>
                  <a:srgbClr val="F5F7F3"/>
                </a:solidFill>
                <a:latin typeface="Arial"/>
                <a:ea typeface="Arial"/>
                <a:cs typeface="Arial"/>
              </a:defRPr>
            </a:lvl2pPr>
            <a:lvl3pPr>
              <a:buNone/>
              <a:defRPr sz="4200" b="1">
                <a:solidFill>
                  <a:srgbClr val="F5F7F3"/>
                </a:solidFill>
                <a:latin typeface="Arial"/>
                <a:ea typeface="Arial"/>
                <a:cs typeface="Arial"/>
              </a:defRPr>
            </a:lvl3pPr>
            <a:lvl4pPr>
              <a:buNone/>
              <a:defRPr sz="4200" b="1">
                <a:solidFill>
                  <a:srgbClr val="F5F7F3"/>
                </a:solidFill>
                <a:latin typeface="Arial"/>
                <a:ea typeface="Arial"/>
                <a:cs typeface="Arial"/>
              </a:defRPr>
            </a:lvl4pPr>
            <a:lvl5pPr>
              <a:buNone/>
              <a:defRPr sz="4200" b="1">
                <a:solidFill>
                  <a:srgbClr val="F5F7F3"/>
                </a:solidFill>
                <a:latin typeface="Arial"/>
                <a:ea typeface="Arial"/>
                <a:cs typeface="Arial"/>
              </a:defRPr>
            </a:lvl5pPr>
            <a:lvl6pPr>
              <a:buNone/>
              <a:defRPr sz="4200" b="1">
                <a:solidFill>
                  <a:srgbClr val="F5F7F3"/>
                </a:solidFill>
                <a:latin typeface="Arial"/>
                <a:ea typeface="Arial"/>
                <a:cs typeface="Arial"/>
              </a:defRPr>
            </a:lvl6pPr>
            <a:lvl7pPr>
              <a:buNone/>
              <a:defRPr sz="4200" b="1">
                <a:solidFill>
                  <a:srgbClr val="F5F7F3"/>
                </a:solidFill>
                <a:latin typeface="Arial"/>
                <a:ea typeface="Arial"/>
                <a:cs typeface="Arial"/>
              </a:defRPr>
            </a:lvl7pPr>
            <a:lvl8pPr>
              <a:buNone/>
              <a:defRPr sz="4200" b="1">
                <a:solidFill>
                  <a:srgbClr val="F5F7F3"/>
                </a:solidFill>
                <a:latin typeface="Arial"/>
                <a:ea typeface="Arial"/>
                <a:cs typeface="Arial"/>
              </a:defRPr>
            </a:lvl8pPr>
            <a:lvl9pPr>
              <a:buNone/>
              <a:defRPr sz="4200" b="1">
                <a:solidFill>
                  <a:srgbClr val="F5F7F3"/>
                </a:solidFill>
                <a:latin typeface="Arial"/>
                <a:ea typeface="Arial"/>
                <a:cs typeface="Arial"/>
              </a:defRPr>
            </a:lvl9pPr>
          </a:lstStyle>
          <a:p xmlns:a="http://schemas.openxmlformats.org/drawingml/2006/main">
            <a:pPr>
              <a:buNone/>
              <a:defRPr sz="4200" b="1">
                <a:solidFill>
                  <a:srgbClr val="F5F7F3"/>
                </a:solidFill>
                <a:latin typeface="Arial"/>
                <a:ea typeface="Arial"/>
                <a:cs typeface="Arial"/>
              </a:defRPr>
            </a:pPr>
            <a:r>
              <a:rPr sz="4200" b="1">
                <a:solidFill>
                  <a:srgbClr val="F5F7F3"/>
                </a:solidFill>
                <a:latin typeface="Arial"/>
                <a:ea typeface="Arial"/>
                <a:cs typeface="Arial"/>
              </a:rPr>
              <a:t>Owner-approved business bill payments</a:t>
            </a:r>
          </a:p>
        </p:txBody>
      </p:sp>
      <p:sp>
        <p:nvSpPr>
          <p:cNvPr id="4" name="">
            <a:extLst xmlns:a="http://schemas.openxmlformats.org/drawingml/2006/main">
              <a:ext uri="{FF2B5EF4-FFF2-40B4-BE49-F238E27FC236}">
                <a16:creationId xmlns:a16="http://schemas.microsoft.com/office/drawing/2014/main" id="{BB0D5DE1-DF75-44A6-88D7-5CFF90F46572}"/>
              </a:ext>
            </a:extLst>
          </p:cNvPr>
          <p:cNvSpPr>
            <a:spLocks xmlns:a="http://schemas.openxmlformats.org/drawingml/2006/main" noGrp="1"/>
          </p:cNvSpPr>
          <p:nvPr/>
        </p:nvSpPr>
        <p:spPr>
          <a:xfrm xmlns:a="http://schemas.openxmlformats.org/drawingml/2006/main">
            <a:off x="609600" y="38195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7EF9A"/>
                </a:solidFill>
                <a:latin typeface="Arial"/>
                <a:ea typeface="Arial"/>
                <a:cs typeface="Arial"/>
              </a:defRPr>
            </a:defPPr>
            <a:lvl1pPr>
              <a:buNone/>
              <a:defRPr sz="2400" b="0">
                <a:solidFill>
                  <a:srgbClr val="D7EF9A"/>
                </a:solidFill>
                <a:latin typeface="Arial"/>
                <a:ea typeface="Arial"/>
                <a:cs typeface="Arial"/>
              </a:defRPr>
            </a:lvl1pPr>
            <a:lvl2pPr>
              <a:buNone/>
              <a:defRPr sz="2400" b="0">
                <a:solidFill>
                  <a:srgbClr val="D7EF9A"/>
                </a:solidFill>
                <a:latin typeface="Arial"/>
                <a:ea typeface="Arial"/>
                <a:cs typeface="Arial"/>
              </a:defRPr>
            </a:lvl2pPr>
            <a:lvl3pPr>
              <a:buNone/>
              <a:defRPr sz="2400" b="0">
                <a:solidFill>
                  <a:srgbClr val="D7EF9A"/>
                </a:solidFill>
                <a:latin typeface="Arial"/>
                <a:ea typeface="Arial"/>
                <a:cs typeface="Arial"/>
              </a:defRPr>
            </a:lvl3pPr>
            <a:lvl4pPr>
              <a:buNone/>
              <a:defRPr sz="2400" b="0">
                <a:solidFill>
                  <a:srgbClr val="D7EF9A"/>
                </a:solidFill>
                <a:latin typeface="Arial"/>
                <a:ea typeface="Arial"/>
                <a:cs typeface="Arial"/>
              </a:defRPr>
            </a:lvl4pPr>
            <a:lvl5pPr>
              <a:buNone/>
              <a:defRPr sz="2400" b="0">
                <a:solidFill>
                  <a:srgbClr val="D7EF9A"/>
                </a:solidFill>
                <a:latin typeface="Arial"/>
                <a:ea typeface="Arial"/>
                <a:cs typeface="Arial"/>
              </a:defRPr>
            </a:lvl5pPr>
            <a:lvl6pPr>
              <a:buNone/>
              <a:defRPr sz="2400" b="0">
                <a:solidFill>
                  <a:srgbClr val="D7EF9A"/>
                </a:solidFill>
                <a:latin typeface="Arial"/>
                <a:ea typeface="Arial"/>
                <a:cs typeface="Arial"/>
              </a:defRPr>
            </a:lvl6pPr>
            <a:lvl7pPr>
              <a:buNone/>
              <a:defRPr sz="2400" b="0">
                <a:solidFill>
                  <a:srgbClr val="D7EF9A"/>
                </a:solidFill>
                <a:latin typeface="Arial"/>
                <a:ea typeface="Arial"/>
                <a:cs typeface="Arial"/>
              </a:defRPr>
            </a:lvl7pPr>
            <a:lvl8pPr>
              <a:buNone/>
              <a:defRPr sz="2400" b="0">
                <a:solidFill>
                  <a:srgbClr val="D7EF9A"/>
                </a:solidFill>
                <a:latin typeface="Arial"/>
                <a:ea typeface="Arial"/>
                <a:cs typeface="Arial"/>
              </a:defRPr>
            </a:lvl8pPr>
            <a:lvl9pPr>
              <a:buNone/>
              <a:defRPr sz="2400" b="0">
                <a:solidFill>
                  <a:srgbClr val="D7EF9A"/>
                </a:solidFill>
                <a:latin typeface="Arial"/>
                <a:ea typeface="Arial"/>
                <a:cs typeface="Arial"/>
              </a:defRPr>
            </a:lvl9pPr>
          </a:lstStyle>
          <a:p xmlns:a="http://schemas.openxmlformats.org/drawingml/2006/main">
            <a:pPr>
              <a:buNone/>
              <a:defRPr sz="2400" b="0">
                <a:solidFill>
                  <a:srgbClr val="D7EF9A"/>
                </a:solidFill>
                <a:latin typeface="Arial"/>
                <a:ea typeface="Arial"/>
                <a:cs typeface="Arial"/>
              </a:defRPr>
            </a:pPr>
            <a:r>
              <a:rPr sz="2400" b="0">
                <a:solidFill>
                  <a:srgbClr val="D7EF9A"/>
                </a:solidFill>
                <a:latin typeface="Arial"/>
                <a:ea typeface="Arial"/>
                <a:cs typeface="Arial"/>
              </a:rPr>
              <a:t>An AI wallet agent with independent contract checks</a:t>
            </a:r>
          </a:p>
        </p:txBody>
      </p:sp>
      <p:sp>
        <p:nvSpPr>
          <p:cNvPr id="5" name="">
            <a:extLst xmlns:a="http://schemas.openxmlformats.org/drawingml/2006/main">
              <a:ext uri="{FF2B5EF4-FFF2-40B4-BE49-F238E27FC236}">
                <a16:creationId xmlns:a16="http://schemas.microsoft.com/office/drawing/2014/main" id="{BF31814C-46F6-4471-AF73-6D647433A33E}"/>
              </a:ext>
            </a:extLst>
          </p:cNvPr>
          <p:cNvSpPr>
            <a:spLocks xmlns:a="http://schemas.openxmlformats.org/drawingml/2006/main" noGrp="1"/>
          </p:cNvSpPr>
          <p:nvPr/>
        </p:nvSpPr>
        <p:spPr>
          <a:xfrm xmlns:a="http://schemas.openxmlformats.org/drawingml/2006/main">
            <a:off x="609600" y="5191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5F7F3"/>
                </a:solidFill>
                <a:latin typeface="Arial"/>
                <a:ea typeface="Arial"/>
                <a:cs typeface="Arial"/>
              </a:defRPr>
            </a:defPPr>
            <a:lvl1pPr>
              <a:buNone/>
              <a:defRPr sz="2250" b="1">
                <a:solidFill>
                  <a:srgbClr val="F5F7F3"/>
                </a:solidFill>
                <a:latin typeface="Arial"/>
                <a:ea typeface="Arial"/>
                <a:cs typeface="Arial"/>
              </a:defRPr>
            </a:lvl1pPr>
            <a:lvl2pPr>
              <a:buNone/>
              <a:defRPr sz="2250" b="1">
                <a:solidFill>
                  <a:srgbClr val="F5F7F3"/>
                </a:solidFill>
                <a:latin typeface="Arial"/>
                <a:ea typeface="Arial"/>
                <a:cs typeface="Arial"/>
              </a:defRPr>
            </a:lvl2pPr>
            <a:lvl3pPr>
              <a:buNone/>
              <a:defRPr sz="2250" b="1">
                <a:solidFill>
                  <a:srgbClr val="F5F7F3"/>
                </a:solidFill>
                <a:latin typeface="Arial"/>
                <a:ea typeface="Arial"/>
                <a:cs typeface="Arial"/>
              </a:defRPr>
            </a:lvl3pPr>
            <a:lvl4pPr>
              <a:buNone/>
              <a:defRPr sz="2250" b="1">
                <a:solidFill>
                  <a:srgbClr val="F5F7F3"/>
                </a:solidFill>
                <a:latin typeface="Arial"/>
                <a:ea typeface="Arial"/>
                <a:cs typeface="Arial"/>
              </a:defRPr>
            </a:lvl4pPr>
            <a:lvl5pPr>
              <a:buNone/>
              <a:defRPr sz="2250" b="1">
                <a:solidFill>
                  <a:srgbClr val="F5F7F3"/>
                </a:solidFill>
                <a:latin typeface="Arial"/>
                <a:ea typeface="Arial"/>
                <a:cs typeface="Arial"/>
              </a:defRPr>
            </a:lvl5pPr>
            <a:lvl6pPr>
              <a:buNone/>
              <a:defRPr sz="2250" b="1">
                <a:solidFill>
                  <a:srgbClr val="F5F7F3"/>
                </a:solidFill>
                <a:latin typeface="Arial"/>
                <a:ea typeface="Arial"/>
                <a:cs typeface="Arial"/>
              </a:defRPr>
            </a:lvl6pPr>
            <a:lvl7pPr>
              <a:buNone/>
              <a:defRPr sz="2250" b="1">
                <a:solidFill>
                  <a:srgbClr val="F5F7F3"/>
                </a:solidFill>
                <a:latin typeface="Arial"/>
                <a:ea typeface="Arial"/>
                <a:cs typeface="Arial"/>
              </a:defRPr>
            </a:lvl7pPr>
            <a:lvl8pPr>
              <a:buNone/>
              <a:defRPr sz="2250" b="1">
                <a:solidFill>
                  <a:srgbClr val="F5F7F3"/>
                </a:solidFill>
                <a:latin typeface="Arial"/>
                <a:ea typeface="Arial"/>
                <a:cs typeface="Arial"/>
              </a:defRPr>
            </a:lvl8pPr>
            <a:lvl9pPr>
              <a:buNone/>
              <a:defRPr sz="2250" b="1">
                <a:solidFill>
                  <a:srgbClr val="F5F7F3"/>
                </a:solidFill>
                <a:latin typeface="Arial"/>
                <a:ea typeface="Arial"/>
                <a:cs typeface="Arial"/>
              </a:defRPr>
            </a:lvl9pPr>
          </a:lstStyle>
          <a:p xmlns:a="http://schemas.openxmlformats.org/drawingml/2006/main">
            <a:pPr>
              <a:buNone/>
              <a:defRPr sz="2250" b="1">
                <a:solidFill>
                  <a:srgbClr val="F5F7F3"/>
                </a:solidFill>
                <a:latin typeface="Arial"/>
                <a:ea typeface="Arial"/>
                <a:cs typeface="Arial"/>
              </a:defRPr>
            </a:pPr>
            <a:r>
              <a:rPr sz="2250" b="1">
                <a:solidFill>
                  <a:srgbClr val="F5F7F3"/>
                </a:solidFill>
                <a:latin typeface="Arial"/>
                <a:ea typeface="Arial"/>
                <a:cs typeface="Arial"/>
              </a:rPr>
              <a:t>Team ChainSentinel</a:t>
            </a:r>
          </a:p>
        </p:txBody>
      </p:sp>
      <p:sp>
        <p:nvSpPr>
          <p:cNvPr id="6" name="">
            <a:extLst xmlns:a="http://schemas.openxmlformats.org/drawingml/2006/main">
              <a:ext uri="{FF2B5EF4-FFF2-40B4-BE49-F238E27FC236}">
                <a16:creationId xmlns:a16="http://schemas.microsoft.com/office/drawing/2014/main" id="{6EDCDC08-F28B-43A8-AA18-C5364A1E412A}"/>
              </a:ext>
            </a:extLst>
          </p:cNvPr>
          <p:cNvSpPr>
            <a:spLocks xmlns:a="http://schemas.openxmlformats.org/drawingml/2006/main" noGrp="1"/>
          </p:cNvSpPr>
          <p:nvPr/>
        </p:nvSpPr>
        <p:spPr>
          <a:xfrm xmlns:a="http://schemas.openxmlformats.org/drawingml/2006/main">
            <a:off x="609600" y="56959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5F7F3"/>
                </a:solidFill>
                <a:latin typeface="Arial"/>
                <a:ea typeface="Arial"/>
                <a:cs typeface="Arial"/>
              </a:defRPr>
            </a:defPPr>
            <a:lvl1pPr>
              <a:buNone/>
              <a:defRPr sz="1800" b="0">
                <a:solidFill>
                  <a:srgbClr val="F5F7F3"/>
                </a:solidFill>
                <a:latin typeface="Arial"/>
                <a:ea typeface="Arial"/>
                <a:cs typeface="Arial"/>
              </a:defRPr>
            </a:lvl1pPr>
            <a:lvl2pPr>
              <a:buNone/>
              <a:defRPr sz="1800" b="0">
                <a:solidFill>
                  <a:srgbClr val="F5F7F3"/>
                </a:solidFill>
                <a:latin typeface="Arial"/>
                <a:ea typeface="Arial"/>
                <a:cs typeface="Arial"/>
              </a:defRPr>
            </a:lvl2pPr>
            <a:lvl3pPr>
              <a:buNone/>
              <a:defRPr sz="1800" b="0">
                <a:solidFill>
                  <a:srgbClr val="F5F7F3"/>
                </a:solidFill>
                <a:latin typeface="Arial"/>
                <a:ea typeface="Arial"/>
                <a:cs typeface="Arial"/>
              </a:defRPr>
            </a:lvl3pPr>
            <a:lvl4pPr>
              <a:buNone/>
              <a:defRPr sz="1800" b="0">
                <a:solidFill>
                  <a:srgbClr val="F5F7F3"/>
                </a:solidFill>
                <a:latin typeface="Arial"/>
                <a:ea typeface="Arial"/>
                <a:cs typeface="Arial"/>
              </a:defRPr>
            </a:lvl4pPr>
            <a:lvl5pPr>
              <a:buNone/>
              <a:defRPr sz="1800" b="0">
                <a:solidFill>
                  <a:srgbClr val="F5F7F3"/>
                </a:solidFill>
                <a:latin typeface="Arial"/>
                <a:ea typeface="Arial"/>
                <a:cs typeface="Arial"/>
              </a:defRPr>
            </a:lvl5pPr>
            <a:lvl6pPr>
              <a:buNone/>
              <a:defRPr sz="1800" b="0">
                <a:solidFill>
                  <a:srgbClr val="F5F7F3"/>
                </a:solidFill>
                <a:latin typeface="Arial"/>
                <a:ea typeface="Arial"/>
                <a:cs typeface="Arial"/>
              </a:defRPr>
            </a:lvl6pPr>
            <a:lvl7pPr>
              <a:buNone/>
              <a:defRPr sz="1800" b="0">
                <a:solidFill>
                  <a:srgbClr val="F5F7F3"/>
                </a:solidFill>
                <a:latin typeface="Arial"/>
                <a:ea typeface="Arial"/>
                <a:cs typeface="Arial"/>
              </a:defRPr>
            </a:lvl7pPr>
            <a:lvl8pPr>
              <a:buNone/>
              <a:defRPr sz="1800" b="0">
                <a:solidFill>
                  <a:srgbClr val="F5F7F3"/>
                </a:solidFill>
                <a:latin typeface="Arial"/>
                <a:ea typeface="Arial"/>
                <a:cs typeface="Arial"/>
              </a:defRPr>
            </a:lvl8pPr>
            <a:lvl9pPr>
              <a:buNone/>
              <a:defRPr sz="1800" b="0">
                <a:solidFill>
                  <a:srgbClr val="F5F7F3"/>
                </a:solidFill>
                <a:latin typeface="Arial"/>
                <a:ea typeface="Arial"/>
                <a:cs typeface="Arial"/>
              </a:defRPr>
            </a:lvl9pPr>
          </a:lstStyle>
          <a:p xmlns:a="http://schemas.openxmlformats.org/drawingml/2006/main">
            <a:pPr>
              <a:buNone/>
              <a:defRPr sz="1800" b="0">
                <a:solidFill>
                  <a:srgbClr val="F5F7F3"/>
                </a:solidFill>
                <a:latin typeface="Arial"/>
                <a:ea typeface="Arial"/>
                <a:cs typeface="Arial"/>
              </a:defRPr>
            </a:pPr>
            <a:r>
              <a:rPr sz="1800" b="0">
                <a:solidFill>
                  <a:srgbClr val="F5F7F3"/>
                </a:solidFill>
                <a:latin typeface="Arial"/>
                <a:ea typeface="Arial"/>
                <a:cs typeface="Arial"/>
              </a:rPr>
              <a:t>International Track 2026 · Topic F: Agent Wallet</a:t>
            </a:r>
          </a:p>
        </p:txBody>
      </p:sp>
      <p:sp>
        <p:nvSpPr>
          <p:cNvPr id="7" name="">
            <a:extLst xmlns:a="http://schemas.openxmlformats.org/drawingml/2006/main">
              <a:ext uri="{FF2B5EF4-FFF2-40B4-BE49-F238E27FC236}">
                <a16:creationId xmlns:a16="http://schemas.microsoft.com/office/drawing/2014/main" id="{6DFA663C-1A7A-4225-952E-39FD3772461A}"/>
              </a:ext>
            </a:extLst>
          </p:cNvPr>
          <p:cNvSpPr>
            <a:spLocks xmlns:a="http://schemas.openxmlformats.org/drawingml/2006/main" noGrp="1"/>
          </p:cNvSpPr>
          <p:nvPr/>
        </p:nvSpPr>
        <p:spPr>
          <a:xfrm xmlns:a="http://schemas.openxmlformats.org/drawingml/2006/main">
            <a:off x="609600" y="62674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7CDB7"/>
                </a:solidFill>
                <a:latin typeface="Arial"/>
                <a:ea typeface="Arial"/>
                <a:cs typeface="Arial"/>
              </a:defRPr>
            </a:defPPr>
            <a:lvl1pPr>
              <a:buNone/>
              <a:defRPr sz="1425" b="0">
                <a:solidFill>
                  <a:srgbClr val="B7CDB7"/>
                </a:solidFill>
                <a:latin typeface="Arial"/>
                <a:ea typeface="Arial"/>
                <a:cs typeface="Arial"/>
              </a:defRPr>
            </a:lvl1pPr>
            <a:lvl2pPr>
              <a:buNone/>
              <a:defRPr sz="1425" b="0">
                <a:solidFill>
                  <a:srgbClr val="B7CDB7"/>
                </a:solidFill>
                <a:latin typeface="Arial"/>
                <a:ea typeface="Arial"/>
                <a:cs typeface="Arial"/>
              </a:defRPr>
            </a:lvl2pPr>
            <a:lvl3pPr>
              <a:buNone/>
              <a:defRPr sz="1425" b="0">
                <a:solidFill>
                  <a:srgbClr val="B7CDB7"/>
                </a:solidFill>
                <a:latin typeface="Arial"/>
                <a:ea typeface="Arial"/>
                <a:cs typeface="Arial"/>
              </a:defRPr>
            </a:lvl3pPr>
            <a:lvl4pPr>
              <a:buNone/>
              <a:defRPr sz="1425" b="0">
                <a:solidFill>
                  <a:srgbClr val="B7CDB7"/>
                </a:solidFill>
                <a:latin typeface="Arial"/>
                <a:ea typeface="Arial"/>
                <a:cs typeface="Arial"/>
              </a:defRPr>
            </a:lvl4pPr>
            <a:lvl5pPr>
              <a:buNone/>
              <a:defRPr sz="1425" b="0">
                <a:solidFill>
                  <a:srgbClr val="B7CDB7"/>
                </a:solidFill>
                <a:latin typeface="Arial"/>
                <a:ea typeface="Arial"/>
                <a:cs typeface="Arial"/>
              </a:defRPr>
            </a:lvl5pPr>
            <a:lvl6pPr>
              <a:buNone/>
              <a:defRPr sz="1425" b="0">
                <a:solidFill>
                  <a:srgbClr val="B7CDB7"/>
                </a:solidFill>
                <a:latin typeface="Arial"/>
                <a:ea typeface="Arial"/>
                <a:cs typeface="Arial"/>
              </a:defRPr>
            </a:lvl6pPr>
            <a:lvl7pPr>
              <a:buNone/>
              <a:defRPr sz="1425" b="0">
                <a:solidFill>
                  <a:srgbClr val="B7CDB7"/>
                </a:solidFill>
                <a:latin typeface="Arial"/>
                <a:ea typeface="Arial"/>
                <a:cs typeface="Arial"/>
              </a:defRPr>
            </a:lvl7pPr>
            <a:lvl8pPr>
              <a:buNone/>
              <a:defRPr sz="1425" b="0">
                <a:solidFill>
                  <a:srgbClr val="B7CDB7"/>
                </a:solidFill>
                <a:latin typeface="Arial"/>
                <a:ea typeface="Arial"/>
                <a:cs typeface="Arial"/>
              </a:defRPr>
            </a:lvl8pPr>
            <a:lvl9pPr>
              <a:buNone/>
              <a:defRPr sz="1425" b="0">
                <a:solidFill>
                  <a:srgbClr val="B7CDB7"/>
                </a:solidFill>
                <a:latin typeface="Arial"/>
                <a:ea typeface="Arial"/>
                <a:cs typeface="Arial"/>
              </a:defRPr>
            </a:lvl9pPr>
          </a:lstStyle>
          <a:p xmlns:a="http://schemas.openxmlformats.org/drawingml/2006/main">
            <a:pPr>
              <a:buNone/>
              <a:defRPr sz="1425" b="0">
                <a:solidFill>
                  <a:srgbClr val="B7CDB7"/>
                </a:solidFill>
                <a:latin typeface="Arial"/>
                <a:ea typeface="Arial"/>
                <a:cs typeface="Arial"/>
              </a:defRPr>
            </a:pPr>
            <a:r>
              <a:rPr sz="1425" b="0">
                <a:solidFill>
                  <a:srgbClr val="B7CDB7"/>
                </a:solidFill>
                <a:latin typeface="Arial"/>
                <a:ea typeface="Arial"/>
                <a:cs typeface="Arial"/>
              </a:rPr>
              <a:t>Synthetic bills and MDT test tokens</a:t>
            </a:r>
          </a:p>
        </p:txBody>
      </p:sp>
    </p:spTree>
    <p:extLst>
      <p:ext uri="{BB962C8B-B14F-4D97-AF65-F5344CB8AC3E}">
        <p14:creationId xmlns:p14="http://schemas.microsoft.com/office/powerpoint/2010/main" val="26835987"/>
      </p:ext>
    </p:extLst>
  </p:cSld>
</p:sld>
</file>

<file path=ppt/slides/slide2.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011BA5-0336-4632-886A-8BC27DD3F219}"/>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C2E"/>
                </a:solidFill>
                <a:latin typeface="Arial"/>
                <a:ea typeface="Arial"/>
                <a:cs typeface="Arial"/>
              </a:defRPr>
            </a:defPPr>
            <a:lvl1pPr>
              <a:defRPr sz="3300" b="1">
                <a:solidFill>
                  <a:srgbClr val="123C2E"/>
                </a:solidFill>
                <a:latin typeface="Arial"/>
                <a:ea typeface="Arial"/>
                <a:cs typeface="Arial"/>
              </a:defRPr>
            </a:lvl1pPr>
            <a:lvl2pPr>
              <a:defRPr sz="3300" b="1">
                <a:solidFill>
                  <a:srgbClr val="123C2E"/>
                </a:solidFill>
                <a:latin typeface="Arial"/>
                <a:ea typeface="Arial"/>
                <a:cs typeface="Arial"/>
              </a:defRPr>
            </a:lvl2pPr>
            <a:lvl3pPr>
              <a:defRPr sz="3300" b="1">
                <a:solidFill>
                  <a:srgbClr val="123C2E"/>
                </a:solidFill>
                <a:latin typeface="Arial"/>
                <a:ea typeface="Arial"/>
                <a:cs typeface="Arial"/>
              </a:defRPr>
            </a:lvl3pPr>
            <a:lvl4pPr>
              <a:defRPr sz="3300" b="1">
                <a:solidFill>
                  <a:srgbClr val="123C2E"/>
                </a:solidFill>
                <a:latin typeface="Arial"/>
                <a:ea typeface="Arial"/>
                <a:cs typeface="Arial"/>
              </a:defRPr>
            </a:lvl4pPr>
            <a:lvl5pPr>
              <a:defRPr sz="3300" b="1">
                <a:solidFill>
                  <a:srgbClr val="123C2E"/>
                </a:solidFill>
                <a:latin typeface="Arial"/>
                <a:ea typeface="Arial"/>
                <a:cs typeface="Arial"/>
              </a:defRPr>
            </a:lvl5pPr>
            <a:lvl6pPr>
              <a:defRPr sz="3300" b="1">
                <a:solidFill>
                  <a:srgbClr val="123C2E"/>
                </a:solidFill>
                <a:latin typeface="Arial"/>
                <a:ea typeface="Arial"/>
                <a:cs typeface="Arial"/>
              </a:defRPr>
            </a:lvl6pPr>
            <a:lvl7pPr>
              <a:defRPr sz="3300" b="1">
                <a:solidFill>
                  <a:srgbClr val="123C2E"/>
                </a:solidFill>
                <a:latin typeface="Arial"/>
                <a:ea typeface="Arial"/>
                <a:cs typeface="Arial"/>
              </a:defRPr>
            </a:lvl7pPr>
            <a:lvl8pPr>
              <a:defRPr sz="3300" b="1">
                <a:solidFill>
                  <a:srgbClr val="123C2E"/>
                </a:solidFill>
                <a:latin typeface="Arial"/>
                <a:ea typeface="Arial"/>
                <a:cs typeface="Arial"/>
              </a:defRPr>
            </a:lvl8pPr>
            <a:lvl9pPr>
              <a:defRPr sz="3300" b="1">
                <a:solidFill>
                  <a:srgbClr val="123C2E"/>
                </a:solidFill>
                <a:latin typeface="Arial"/>
                <a:ea typeface="Arial"/>
                <a:cs typeface="Arial"/>
              </a:defRPr>
            </a:lvl9pPr>
          </a:lstStyle>
          <a:p xmlns:a="http://schemas.openxmlformats.org/drawingml/2006/main">
            <a:pPr>
              <a:defRPr sz="3300" b="1">
                <a:solidFill>
                  <a:srgbClr val="123C2E"/>
                </a:solidFill>
                <a:latin typeface="Arial"/>
                <a:ea typeface="Arial"/>
                <a:cs typeface="Arial"/>
              </a:defRPr>
            </a:pPr>
            <a:r>
              <a:rPr sz="3300" b="1">
                <a:solidFill>
                  <a:srgbClr val="123C2E"/>
                </a:solidFill>
                <a:latin typeface="Arial"/>
                <a:ea typeface="Arial"/>
                <a:cs typeface="Arial"/>
              </a:rPr>
              <a:t>The complete payment workflow</a:t>
            </a:r>
          </a:p>
        </p:txBody>
      </p:sp>
      <p:sp>
        <p:nvSpPr>
          <p:cNvPr id="2" name="">
            <a:extLst xmlns:a="http://schemas.openxmlformats.org/drawingml/2006/main">
              <a:ext uri="{FF2B5EF4-FFF2-40B4-BE49-F238E27FC236}">
                <a16:creationId xmlns:a16="http://schemas.microsoft.com/office/drawing/2014/main" id="{13D3F0AD-E3DE-4CAE-A50E-1F6E92EBE075}"/>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94B"/>
                </a:solidFill>
                <a:latin typeface="Arial"/>
                <a:ea typeface="Arial"/>
                <a:cs typeface="Arial"/>
              </a:defRPr>
            </a:defPPr>
            <a:lvl1pPr>
              <a:defRPr sz="1275" b="0">
                <a:solidFill>
                  <a:srgbClr val="53694B"/>
                </a:solidFill>
                <a:latin typeface="Arial"/>
                <a:ea typeface="Arial"/>
                <a:cs typeface="Arial"/>
              </a:defRPr>
            </a:lvl1pPr>
            <a:lvl2pPr>
              <a:defRPr sz="1275" b="0">
                <a:solidFill>
                  <a:srgbClr val="53694B"/>
                </a:solidFill>
                <a:latin typeface="Arial"/>
                <a:ea typeface="Arial"/>
                <a:cs typeface="Arial"/>
              </a:defRPr>
            </a:lvl2pPr>
            <a:lvl3pPr>
              <a:defRPr sz="1275" b="0">
                <a:solidFill>
                  <a:srgbClr val="53694B"/>
                </a:solidFill>
                <a:latin typeface="Arial"/>
                <a:ea typeface="Arial"/>
                <a:cs typeface="Arial"/>
              </a:defRPr>
            </a:lvl3pPr>
            <a:lvl4pPr>
              <a:defRPr sz="1275" b="0">
                <a:solidFill>
                  <a:srgbClr val="53694B"/>
                </a:solidFill>
                <a:latin typeface="Arial"/>
                <a:ea typeface="Arial"/>
                <a:cs typeface="Arial"/>
              </a:defRPr>
            </a:lvl4pPr>
            <a:lvl5pPr>
              <a:defRPr sz="1275" b="0">
                <a:solidFill>
                  <a:srgbClr val="53694B"/>
                </a:solidFill>
                <a:latin typeface="Arial"/>
                <a:ea typeface="Arial"/>
                <a:cs typeface="Arial"/>
              </a:defRPr>
            </a:lvl5pPr>
            <a:lvl6pPr>
              <a:defRPr sz="1275" b="0">
                <a:solidFill>
                  <a:srgbClr val="53694B"/>
                </a:solidFill>
                <a:latin typeface="Arial"/>
                <a:ea typeface="Arial"/>
                <a:cs typeface="Arial"/>
              </a:defRPr>
            </a:lvl6pPr>
            <a:lvl7pPr>
              <a:defRPr sz="1275" b="0">
                <a:solidFill>
                  <a:srgbClr val="53694B"/>
                </a:solidFill>
                <a:latin typeface="Arial"/>
                <a:ea typeface="Arial"/>
                <a:cs typeface="Arial"/>
              </a:defRPr>
            </a:lvl7pPr>
            <a:lvl8pPr>
              <a:defRPr sz="1275" b="0">
                <a:solidFill>
                  <a:srgbClr val="53694B"/>
                </a:solidFill>
                <a:latin typeface="Arial"/>
                <a:ea typeface="Arial"/>
                <a:cs typeface="Arial"/>
              </a:defRPr>
            </a:lvl8pPr>
            <a:lvl9pPr>
              <a:defRPr sz="1275" b="0">
                <a:solidFill>
                  <a:srgbClr val="53694B"/>
                </a:solidFill>
                <a:latin typeface="Arial"/>
                <a:ea typeface="Arial"/>
                <a:cs typeface="Arial"/>
              </a:defRPr>
            </a:lvl9pPr>
          </a:lstStyle>
          <a:p xmlns:a="http://schemas.openxmlformats.org/drawingml/2006/main">
            <a:pPr>
              <a:defRPr sz="1275" b="0">
                <a:solidFill>
                  <a:srgbClr val="53694B"/>
                </a:solidFill>
                <a:latin typeface="Arial"/>
                <a:ea typeface="Arial"/>
                <a:cs typeface="Arial"/>
              </a:defRPr>
            </a:pPr>
            <a:r>
              <a:rPr sz="1275" b="0">
                <a:solidFill>
                  <a:srgbClr val="53694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8A69B3E-8033-4331-AB5F-372398EB9FA5}"/>
              </a:ext>
            </a:extLst>
          </p:cNvPr>
          <p:cNvSpPr>
            <a:spLocks xmlns:a="http://schemas.openxmlformats.org/drawingml/2006/main" noGrp="1"/>
          </p:cNvSpPr>
          <p:nvPr/>
        </p:nvSpPr>
        <p:spPr>
          <a:xfrm xmlns:a="http://schemas.openxmlformats.org/drawingml/2006/main">
            <a:off x="609600" y="14001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3694B"/>
                </a:solidFill>
                <a:latin typeface="Arial"/>
                <a:ea typeface="Arial"/>
                <a:cs typeface="Arial"/>
              </a:defRPr>
            </a:defPPr>
            <a:lvl1pPr>
              <a:defRPr sz="2100" b="0">
                <a:solidFill>
                  <a:srgbClr val="53694B"/>
                </a:solidFill>
                <a:latin typeface="Arial"/>
                <a:ea typeface="Arial"/>
                <a:cs typeface="Arial"/>
              </a:defRPr>
            </a:lvl1pPr>
            <a:lvl2pPr>
              <a:defRPr sz="2100" b="0">
                <a:solidFill>
                  <a:srgbClr val="53694B"/>
                </a:solidFill>
                <a:latin typeface="Arial"/>
                <a:ea typeface="Arial"/>
                <a:cs typeface="Arial"/>
              </a:defRPr>
            </a:lvl2pPr>
            <a:lvl3pPr>
              <a:defRPr sz="2100" b="0">
                <a:solidFill>
                  <a:srgbClr val="53694B"/>
                </a:solidFill>
                <a:latin typeface="Arial"/>
                <a:ea typeface="Arial"/>
                <a:cs typeface="Arial"/>
              </a:defRPr>
            </a:lvl3pPr>
            <a:lvl4pPr>
              <a:defRPr sz="2100" b="0">
                <a:solidFill>
                  <a:srgbClr val="53694B"/>
                </a:solidFill>
                <a:latin typeface="Arial"/>
                <a:ea typeface="Arial"/>
                <a:cs typeface="Arial"/>
              </a:defRPr>
            </a:lvl4pPr>
            <a:lvl5pPr>
              <a:defRPr sz="2100" b="0">
                <a:solidFill>
                  <a:srgbClr val="53694B"/>
                </a:solidFill>
                <a:latin typeface="Arial"/>
                <a:ea typeface="Arial"/>
                <a:cs typeface="Arial"/>
              </a:defRPr>
            </a:lvl5pPr>
            <a:lvl6pPr>
              <a:defRPr sz="2100" b="0">
                <a:solidFill>
                  <a:srgbClr val="53694B"/>
                </a:solidFill>
                <a:latin typeface="Arial"/>
                <a:ea typeface="Arial"/>
                <a:cs typeface="Arial"/>
              </a:defRPr>
            </a:lvl6pPr>
            <a:lvl7pPr>
              <a:defRPr sz="2100" b="0">
                <a:solidFill>
                  <a:srgbClr val="53694B"/>
                </a:solidFill>
                <a:latin typeface="Arial"/>
                <a:ea typeface="Arial"/>
                <a:cs typeface="Arial"/>
              </a:defRPr>
            </a:lvl7pPr>
            <a:lvl8pPr>
              <a:defRPr sz="2100" b="0">
                <a:solidFill>
                  <a:srgbClr val="53694B"/>
                </a:solidFill>
                <a:latin typeface="Arial"/>
                <a:ea typeface="Arial"/>
                <a:cs typeface="Arial"/>
              </a:defRPr>
            </a:lvl8pPr>
            <a:lvl9pPr>
              <a:defRPr sz="2100" b="0">
                <a:solidFill>
                  <a:srgbClr val="53694B"/>
                </a:solidFill>
                <a:latin typeface="Arial"/>
                <a:ea typeface="Arial"/>
                <a:cs typeface="Arial"/>
              </a:defRPr>
            </a:lvl9pPr>
          </a:lstStyle>
          <a:p xmlns:a="http://schemas.openxmlformats.org/drawingml/2006/main">
            <a:pPr>
              <a:defRPr sz="2100" b="0">
                <a:solidFill>
                  <a:srgbClr val="53694B"/>
                </a:solidFill>
                <a:latin typeface="Arial"/>
                <a:ea typeface="Arial"/>
                <a:cs typeface="Arial"/>
              </a:defRPr>
            </a:pPr>
            <a:r>
              <a:rPr sz="2100" b="0">
                <a:solidFill>
                  <a:srgbClr val="53694B"/>
                </a:solidFill>
                <a:latin typeface="Arial"/>
                <a:ea typeface="Arial"/>
                <a:cs typeface="Arial"/>
              </a:rPr>
              <a:t>First: the owner funds the vault and sets vendors, rules and agent access</a:t>
            </a:r>
          </a:p>
        </p:txBody>
      </p:sp>
      <p:graphicFrame>
        <p:nvGraphicFramePr>
          <p:cNvPr id="4" name="">
            <a:extLst xmlns:a="http://schemas.openxmlformats.org/drawingml/2006/main">
              <a:ext uri="{FF2B5EF4-FFF2-40B4-BE49-F238E27FC236}">
                <a16:creationId xmlns:a16="http://schemas.microsoft.com/office/drawing/2014/main" id="{29A9B72D-B44A-4698-A2D4-E230687E8430}"/>
              </a:ext>
            </a:extLst>
          </p:cNvPr>
          <p:cNvGraphicFramePr/>
          <p:nvPr/>
        </p:nvGraphicFramePr>
        <p:xfrm>
          <a:off xmlns:a="http://schemas.openxmlformats.org/drawingml/2006/main" x="609600" y="2066925"/>
          <a:ext xmlns:a="http://schemas.openxmlformats.org/drawingml/2006/main" cx="10972800" cy="3429000"/>
        </p:xfrm>
        <a:graphic xmlns:a="http://schemas.openxmlformats.org/drawingml/2006/main">
          <a:graphicData uri="http://schemas.openxmlformats.org/drawingml/2006/table">
            <a:tbl>
              <a:tblPr/>
              <a:tblGrid>
                <a:gridCol w="3143250"/>
                <a:gridCol w="7829550"/>
              </a:tblGrid>
              <a:tr h="685800">
                <a:tc>
                  <a:txBody>
                    <a:bodyPr/>
                    <a:lstStyle/>
                    <a:p>
                      <a:r>
                        <a:rPr sz="1950" b="1">
                          <a:solidFill>
                            <a:srgbClr val="F5F7F3"/>
                          </a:solidFill>
                          <a:latin typeface="Arial"/>
                          <a:ea typeface="Arial"/>
                          <a:cs typeface="Arial"/>
                        </a:rPr>
                        <a:t>Stage</a:t>
                      </a:r>
                    </a:p>
                  </a:txBody>
                  <a:tcPr marL="91440" marR="91440" marT="45720" marB="45720">
                    <a:lnL w="9525">
                      <a:solidFill>
                        <a:srgbClr val="D8E1D3"/>
                      </a:solidFill>
                      <a:prstDash val="solid"/>
                    </a:lnL>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c>
                  <a:txBody>
                    <a:bodyPr/>
                    <a:lstStyle/>
                    <a:p>
                      <a:r>
                        <a:rPr sz="1950" b="1">
                          <a:solidFill>
                            <a:srgbClr val="F5F7F3"/>
                          </a:solidFill>
                          <a:latin typeface="Arial"/>
                          <a:ea typeface="Arial"/>
                          <a:cs typeface="Arial"/>
                        </a:rPr>
                        <a:t>What happens</a:t>
                      </a:r>
                    </a:p>
                  </a:txBody>
                  <a:tcPr marL="91440" marR="91440" marT="45720" marB="45720">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r>
              <a:tr h="685800">
                <a:tc>
                  <a:txBody>
                    <a:bodyPr/>
                    <a:lstStyle/>
                    <a:p>
                      <a:r>
                        <a:rPr sz="1950" b="0">
                          <a:solidFill>
                            <a:srgbClr val="123C2E"/>
                          </a:solidFill>
                          <a:latin typeface="Arial"/>
                          <a:ea typeface="Arial"/>
                          <a:cs typeface="Arial"/>
                        </a:rPr>
                        <a:t>1  Upload and review</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Owner checks source fields and the trusted recipient</a:t>
                      </a:r>
                    </a:p>
                  </a:txBody>
                  <a:tcPr marL="91440" marR="91440" marT="45720" marB="45720">
                    <a:lnR w="9525">
                      <a:solidFill>
                        <a:srgbClr val="D8E1D3"/>
                      </a:solidFill>
                      <a:prstDash val="solid"/>
                    </a:lnR>
                    <a:lnB w="9525">
                      <a:solidFill>
                        <a:srgbClr val="D8E1D3"/>
                      </a:solidFill>
                      <a:prstDash val="solid"/>
                    </a:lnB>
                    <a:solidFill>
                      <a:srgbClr val="FFFFFF"/>
                    </a:solidFill>
                  </a:tcPr>
                </a:tc>
              </a:tr>
              <a:tr h="685800">
                <a:tc>
                  <a:txBody>
                    <a:bodyPr/>
                    <a:lstStyle/>
                    <a:p>
                      <a:r>
                        <a:rPr sz="1950" b="0">
                          <a:solidFill>
                            <a:srgbClr val="123C2E"/>
                          </a:solidFill>
                          <a:latin typeface="Arial"/>
                          <a:ea typeface="Arial"/>
                          <a:cs typeface="Arial"/>
                        </a:rPr>
                        <a:t>2  Sign bill approval</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Wallet signature stores exact permission on-chain</a:t>
                      </a:r>
                    </a:p>
                  </a:txBody>
                  <a:tcPr marL="91440" marR="91440" marT="45720" marB="45720">
                    <a:lnR w="9525">
                      <a:solidFill>
                        <a:srgbClr val="D8E1D3"/>
                      </a:solidFill>
                      <a:prstDash val="solid"/>
                    </a:lnR>
                    <a:lnB w="9525">
                      <a:solidFill>
                        <a:srgbClr val="D8E1D3"/>
                      </a:solidFill>
                      <a:prstDash val="solid"/>
                    </a:lnB>
                    <a:solidFill>
                      <a:srgbClr val="EDF2E7"/>
                    </a:solidFill>
                  </a:tcPr>
                </a:tc>
              </a:tr>
              <a:tr h="685800">
                <a:tc>
                  <a:txBody>
                    <a:bodyPr/>
                    <a:lstStyle/>
                    <a:p>
                      <a:r>
                        <a:rPr sz="1950" b="0">
                          <a:solidFill>
                            <a:srgbClr val="123C2E"/>
                          </a:solidFill>
                          <a:latin typeface="Arial"/>
                          <a:ea typeface="Arial"/>
                          <a:cs typeface="Arial"/>
                        </a:rPr>
                        <a:t>3  Plan and confirm</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AI request and integer checks produce an exact plan.</a:t>
                      </a:r>
                    </a:p>
                    <a:p>
                      <a:r>
                        <a:rPr sz="1950" b="0">
                          <a:solidFill>
                            <a:srgbClr val="123C2E"/>
                          </a:solidFill>
                          <a:latin typeface="Arial"/>
                          <a:ea typeface="Arial"/>
                          <a:cs typeface="Arial"/>
                        </a:rPr>
                        <a:t>The user separately confirms execution.</a:t>
                      </a:r>
                    </a:p>
                  </a:txBody>
                  <a:tcPr marL="91440" marR="91440" marT="45720" marB="45720">
                    <a:lnR w="9525">
                      <a:solidFill>
                        <a:srgbClr val="D8E1D3"/>
                      </a:solidFill>
                      <a:prstDash val="solid"/>
                    </a:lnR>
                    <a:lnB w="9525">
                      <a:solidFill>
                        <a:srgbClr val="D8E1D3"/>
                      </a:solidFill>
                      <a:prstDash val="solid"/>
                    </a:lnB>
                    <a:solidFill>
                      <a:srgbClr val="FFFFFF"/>
                    </a:solidFill>
                  </a:tcPr>
                </a:tc>
              </a:tr>
              <a:tr h="685800">
                <a:tc>
                  <a:txBody>
                    <a:bodyPr/>
                    <a:lstStyle/>
                    <a:p>
                      <a:r>
                        <a:rPr sz="1950" b="0">
                          <a:solidFill>
                            <a:srgbClr val="123C2E"/>
                          </a:solidFill>
                          <a:latin typeface="Arial"/>
                          <a:ea typeface="Arial"/>
                          <a:cs typeface="Arial"/>
                        </a:rPr>
                        <a:t>4  Pay and verify</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Agent submits. Contract checks. Matching receipt confirms.</a:t>
                      </a:r>
                    </a:p>
                  </a:txBody>
                  <a:tcPr marL="91440" marR="91440" marT="45720" marB="45720">
                    <a:lnR w="9525">
                      <a:solidFill>
                        <a:srgbClr val="D8E1D3"/>
                      </a:solidFill>
                      <a:prstDash val="solid"/>
                    </a:lnR>
                    <a:lnB w="9525">
                      <a:solidFill>
                        <a:srgbClr val="D8E1D3"/>
                      </a:solidFill>
                      <a:prstDash val="solid"/>
                    </a:lnB>
                    <a:solidFill>
                      <a:srgbClr val="EDF2E7"/>
                    </a:solidFill>
                  </a:tcPr>
                </a:tc>
              </a:tr>
            </a:tbl>
          </a:graphicData>
        </a:graphic>
      </p:graphicFrame>
      <p:sp>
        <p:nvSpPr>
          <p:cNvPr id="5" name="">
            <a:extLst xmlns:a="http://schemas.openxmlformats.org/drawingml/2006/main">
              <a:ext uri="{FF2B5EF4-FFF2-40B4-BE49-F238E27FC236}">
                <a16:creationId xmlns:a16="http://schemas.microsoft.com/office/drawing/2014/main" id="{54A82B1B-0672-4AA8-B007-23358A716DE4}"/>
              </a:ext>
            </a:extLst>
          </p:cNvPr>
          <p:cNvSpPr>
            <a:spLocks xmlns:a="http://schemas.openxmlformats.org/drawingml/2006/main" noGrp="1"/>
          </p:cNvSpPr>
          <p:nvPr/>
        </p:nvSpPr>
        <p:spPr>
          <a:xfrm xmlns:a="http://schemas.openxmlformats.org/drawingml/2006/main">
            <a:off x="609600" y="57626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C2E"/>
                </a:solidFill>
                <a:latin typeface="Arial"/>
                <a:ea typeface="Arial"/>
                <a:cs typeface="Arial"/>
              </a:defRPr>
            </a:defPPr>
            <a:lvl1pPr>
              <a:defRPr sz="2175" b="1">
                <a:solidFill>
                  <a:srgbClr val="123C2E"/>
                </a:solidFill>
                <a:latin typeface="Arial"/>
                <a:ea typeface="Arial"/>
                <a:cs typeface="Arial"/>
              </a:defRPr>
            </a:lvl1pPr>
            <a:lvl2pPr>
              <a:defRPr sz="2175" b="1">
                <a:solidFill>
                  <a:srgbClr val="123C2E"/>
                </a:solidFill>
                <a:latin typeface="Arial"/>
                <a:ea typeface="Arial"/>
                <a:cs typeface="Arial"/>
              </a:defRPr>
            </a:lvl2pPr>
            <a:lvl3pPr>
              <a:defRPr sz="2175" b="1">
                <a:solidFill>
                  <a:srgbClr val="123C2E"/>
                </a:solidFill>
                <a:latin typeface="Arial"/>
                <a:ea typeface="Arial"/>
                <a:cs typeface="Arial"/>
              </a:defRPr>
            </a:lvl3pPr>
            <a:lvl4pPr>
              <a:defRPr sz="2175" b="1">
                <a:solidFill>
                  <a:srgbClr val="123C2E"/>
                </a:solidFill>
                <a:latin typeface="Arial"/>
                <a:ea typeface="Arial"/>
                <a:cs typeface="Arial"/>
              </a:defRPr>
            </a:lvl4pPr>
            <a:lvl5pPr>
              <a:defRPr sz="2175" b="1">
                <a:solidFill>
                  <a:srgbClr val="123C2E"/>
                </a:solidFill>
                <a:latin typeface="Arial"/>
                <a:ea typeface="Arial"/>
                <a:cs typeface="Arial"/>
              </a:defRPr>
            </a:lvl5pPr>
            <a:lvl6pPr>
              <a:defRPr sz="2175" b="1">
                <a:solidFill>
                  <a:srgbClr val="123C2E"/>
                </a:solidFill>
                <a:latin typeface="Arial"/>
                <a:ea typeface="Arial"/>
                <a:cs typeface="Arial"/>
              </a:defRPr>
            </a:lvl6pPr>
            <a:lvl7pPr>
              <a:defRPr sz="2175" b="1">
                <a:solidFill>
                  <a:srgbClr val="123C2E"/>
                </a:solidFill>
                <a:latin typeface="Arial"/>
                <a:ea typeface="Arial"/>
                <a:cs typeface="Arial"/>
              </a:defRPr>
            </a:lvl7pPr>
            <a:lvl8pPr>
              <a:defRPr sz="2175" b="1">
                <a:solidFill>
                  <a:srgbClr val="123C2E"/>
                </a:solidFill>
                <a:latin typeface="Arial"/>
                <a:ea typeface="Arial"/>
                <a:cs typeface="Arial"/>
              </a:defRPr>
            </a:lvl8pPr>
            <a:lvl9pPr>
              <a:defRPr sz="2175" b="1">
                <a:solidFill>
                  <a:srgbClr val="123C2E"/>
                </a:solidFill>
                <a:latin typeface="Arial"/>
                <a:ea typeface="Arial"/>
                <a:cs typeface="Arial"/>
              </a:defRPr>
            </a:lvl9pPr>
          </a:lstStyle>
          <a:p xmlns:a="http://schemas.openxmlformats.org/drawingml/2006/main">
            <a:pPr>
              <a:defRPr sz="2175" b="1">
                <a:solidFill>
                  <a:srgbClr val="123C2E"/>
                </a:solidFill>
                <a:latin typeface="Arial"/>
                <a:ea typeface="Arial"/>
                <a:cs typeface="Arial"/>
              </a:defRPr>
            </a:pPr>
            <a:r>
              <a:rPr sz="2175" b="1">
                <a:solidFill>
                  <a:srgbClr val="123C2E"/>
                </a:solidFill>
                <a:latin typeface="Arial"/>
                <a:ea typeface="Arial"/>
                <a:cs typeface="Arial"/>
              </a:rPr>
              <a:t>Approval grants permission. A confirmed plan starts execution.</a:t>
            </a:r>
          </a:p>
        </p:txBody>
      </p:sp>
      <p:sp>
        <p:nvSpPr>
          <p:cNvPr id="6" name="">
            <a:extLst xmlns:a="http://schemas.openxmlformats.org/drawingml/2006/main">
              <a:ext uri="{FF2B5EF4-FFF2-40B4-BE49-F238E27FC236}">
                <a16:creationId xmlns:a16="http://schemas.microsoft.com/office/drawing/2014/main" id="{A608F9D7-537A-4912-B5E9-B54A223C47EC}"/>
              </a:ext>
            </a:extLst>
          </p:cNvPr>
          <p:cNvSpPr>
            <a:spLocks xmlns:a="http://schemas.openxmlformats.org/drawingml/2006/main" noGrp="1"/>
          </p:cNvSpPr>
          <p:nvPr/>
        </p:nvSpPr>
        <p:spPr>
          <a:xfrm xmlns:a="http://schemas.openxmlformats.org/drawingml/2006/main">
            <a:off x="609600" y="6257925"/>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94B"/>
                </a:solidFill>
                <a:latin typeface="Arial"/>
                <a:ea typeface="Arial"/>
                <a:cs typeface="Arial"/>
              </a:defRPr>
            </a:defPPr>
            <a:lvl1pPr>
              <a:defRPr sz="1500" b="0">
                <a:solidFill>
                  <a:srgbClr val="53694B"/>
                </a:solidFill>
                <a:latin typeface="Arial"/>
                <a:ea typeface="Arial"/>
                <a:cs typeface="Arial"/>
              </a:defRPr>
            </a:lvl1pPr>
            <a:lvl2pPr>
              <a:defRPr sz="1500" b="0">
                <a:solidFill>
                  <a:srgbClr val="53694B"/>
                </a:solidFill>
                <a:latin typeface="Arial"/>
                <a:ea typeface="Arial"/>
                <a:cs typeface="Arial"/>
              </a:defRPr>
            </a:lvl2pPr>
            <a:lvl3pPr>
              <a:defRPr sz="1500" b="0">
                <a:solidFill>
                  <a:srgbClr val="53694B"/>
                </a:solidFill>
                <a:latin typeface="Arial"/>
                <a:ea typeface="Arial"/>
                <a:cs typeface="Arial"/>
              </a:defRPr>
            </a:lvl3pPr>
            <a:lvl4pPr>
              <a:defRPr sz="1500" b="0">
                <a:solidFill>
                  <a:srgbClr val="53694B"/>
                </a:solidFill>
                <a:latin typeface="Arial"/>
                <a:ea typeface="Arial"/>
                <a:cs typeface="Arial"/>
              </a:defRPr>
            </a:lvl4pPr>
            <a:lvl5pPr>
              <a:defRPr sz="1500" b="0">
                <a:solidFill>
                  <a:srgbClr val="53694B"/>
                </a:solidFill>
                <a:latin typeface="Arial"/>
                <a:ea typeface="Arial"/>
                <a:cs typeface="Arial"/>
              </a:defRPr>
            </a:lvl5pPr>
            <a:lvl6pPr>
              <a:defRPr sz="1500" b="0">
                <a:solidFill>
                  <a:srgbClr val="53694B"/>
                </a:solidFill>
                <a:latin typeface="Arial"/>
                <a:ea typeface="Arial"/>
                <a:cs typeface="Arial"/>
              </a:defRPr>
            </a:lvl6pPr>
            <a:lvl7pPr>
              <a:defRPr sz="1500" b="0">
                <a:solidFill>
                  <a:srgbClr val="53694B"/>
                </a:solidFill>
                <a:latin typeface="Arial"/>
                <a:ea typeface="Arial"/>
                <a:cs typeface="Arial"/>
              </a:defRPr>
            </a:lvl7pPr>
            <a:lvl8pPr>
              <a:defRPr sz="1500" b="0">
                <a:solidFill>
                  <a:srgbClr val="53694B"/>
                </a:solidFill>
                <a:latin typeface="Arial"/>
                <a:ea typeface="Arial"/>
                <a:cs typeface="Arial"/>
              </a:defRPr>
            </a:lvl8pPr>
            <a:lvl9pPr>
              <a:defRPr sz="1500" b="0">
                <a:solidFill>
                  <a:srgbClr val="53694B"/>
                </a:solidFill>
                <a:latin typeface="Arial"/>
                <a:ea typeface="Arial"/>
                <a:cs typeface="Arial"/>
              </a:defRPr>
            </a:lvl9pPr>
          </a:lstStyle>
          <a:p xmlns:a="http://schemas.openxmlformats.org/drawingml/2006/main">
            <a:pPr>
              <a:defRPr sz="1500" b="0">
                <a:solidFill>
                  <a:srgbClr val="53694B"/>
                </a:solidFill>
                <a:latin typeface="Arial"/>
                <a:ea typeface="Arial"/>
                <a:cs typeface="Arial"/>
              </a:defRPr>
            </a:pPr>
            <a:r>
              <a:rPr sz="1500" b="0">
                <a:solidFill>
                  <a:srgbClr val="53694B"/>
                </a:solidFill>
                <a:latin typeface="Arial"/>
                <a:ea typeface="Arial"/>
                <a:cs typeface="Arial"/>
              </a:rPr>
              <a:t>The owner can pause or revoke access, effective after chain confirmation</a:t>
            </a:r>
          </a:p>
        </p:txBody>
      </p:sp>
    </p:spTree>
    <p:extLst>
      <p:ext uri="{BB962C8B-B14F-4D97-AF65-F5344CB8AC3E}">
        <p14:creationId xmlns:p14="http://schemas.microsoft.com/office/powerpoint/2010/main" val="1331728340"/>
      </p:ext>
    </p:extLst>
  </p:cSld>
</p:sld>
</file>

<file path=ppt/slides/slide3.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F05DCA-F885-43A4-B644-561A2AD0E98E}"/>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C2E"/>
                </a:solidFill>
                <a:latin typeface="Arial"/>
                <a:ea typeface="Arial"/>
                <a:cs typeface="Arial"/>
              </a:defRPr>
            </a:defPPr>
            <a:lvl1pPr>
              <a:buNone/>
              <a:defRPr sz="3300" b="1">
                <a:solidFill>
                  <a:srgbClr val="123C2E"/>
                </a:solidFill>
                <a:latin typeface="Arial"/>
                <a:ea typeface="Arial"/>
                <a:cs typeface="Arial"/>
              </a:defRPr>
            </a:lvl1pPr>
            <a:lvl2pPr>
              <a:buNone/>
              <a:defRPr sz="3300" b="1">
                <a:solidFill>
                  <a:srgbClr val="123C2E"/>
                </a:solidFill>
                <a:latin typeface="Arial"/>
                <a:ea typeface="Arial"/>
                <a:cs typeface="Arial"/>
              </a:defRPr>
            </a:lvl2pPr>
            <a:lvl3pPr>
              <a:buNone/>
              <a:defRPr sz="3300" b="1">
                <a:solidFill>
                  <a:srgbClr val="123C2E"/>
                </a:solidFill>
                <a:latin typeface="Arial"/>
                <a:ea typeface="Arial"/>
                <a:cs typeface="Arial"/>
              </a:defRPr>
            </a:lvl3pPr>
            <a:lvl4pPr>
              <a:buNone/>
              <a:defRPr sz="3300" b="1">
                <a:solidFill>
                  <a:srgbClr val="123C2E"/>
                </a:solidFill>
                <a:latin typeface="Arial"/>
                <a:ea typeface="Arial"/>
                <a:cs typeface="Arial"/>
              </a:defRPr>
            </a:lvl4pPr>
            <a:lvl5pPr>
              <a:buNone/>
              <a:defRPr sz="3300" b="1">
                <a:solidFill>
                  <a:srgbClr val="123C2E"/>
                </a:solidFill>
                <a:latin typeface="Arial"/>
                <a:ea typeface="Arial"/>
                <a:cs typeface="Arial"/>
              </a:defRPr>
            </a:lvl5pPr>
            <a:lvl6pPr>
              <a:buNone/>
              <a:defRPr sz="3300" b="1">
                <a:solidFill>
                  <a:srgbClr val="123C2E"/>
                </a:solidFill>
                <a:latin typeface="Arial"/>
                <a:ea typeface="Arial"/>
                <a:cs typeface="Arial"/>
              </a:defRPr>
            </a:lvl6pPr>
            <a:lvl7pPr>
              <a:buNone/>
              <a:defRPr sz="3300" b="1">
                <a:solidFill>
                  <a:srgbClr val="123C2E"/>
                </a:solidFill>
                <a:latin typeface="Arial"/>
                <a:ea typeface="Arial"/>
                <a:cs typeface="Arial"/>
              </a:defRPr>
            </a:lvl7pPr>
            <a:lvl8pPr>
              <a:buNone/>
              <a:defRPr sz="3300" b="1">
                <a:solidFill>
                  <a:srgbClr val="123C2E"/>
                </a:solidFill>
                <a:latin typeface="Arial"/>
                <a:ea typeface="Arial"/>
                <a:cs typeface="Arial"/>
              </a:defRPr>
            </a:lvl8pPr>
            <a:lvl9pPr>
              <a:buNone/>
              <a:defRPr sz="3300" b="1">
                <a:solidFill>
                  <a:srgbClr val="123C2E"/>
                </a:solidFill>
                <a:latin typeface="Arial"/>
                <a:ea typeface="Arial"/>
                <a:cs typeface="Arial"/>
              </a:defRPr>
            </a:lvl9pPr>
          </a:lstStyle>
          <a:p xmlns:a="http://schemas.openxmlformats.org/drawingml/2006/main">
            <a:pPr>
              <a:buNone/>
              <a:defRPr sz="3300" b="1">
                <a:solidFill>
                  <a:srgbClr val="123C2E"/>
                </a:solidFill>
                <a:latin typeface="Arial"/>
                <a:ea typeface="Arial"/>
                <a:cs typeface="Arial"/>
              </a:defRPr>
            </a:pPr>
            <a:r>
              <a:rPr sz="3300" b="1">
                <a:solidFill>
                  <a:srgbClr val="123C2E"/>
                </a:solidFill>
                <a:latin typeface="Arial"/>
                <a:ea typeface="Arial"/>
                <a:cs typeface="Arial"/>
              </a:rPr>
              <a:t>The owner’s bill review</a:t>
            </a:r>
          </a:p>
        </p:txBody>
      </p:sp>
      <p:sp>
        <p:nvSpPr>
          <p:cNvPr id="2" name="">
            <a:extLst xmlns:a="http://schemas.openxmlformats.org/drawingml/2006/main">
              <a:ext uri="{FF2B5EF4-FFF2-40B4-BE49-F238E27FC236}">
                <a16:creationId xmlns:a16="http://schemas.microsoft.com/office/drawing/2014/main" id="{36E68086-7F6A-4D03-BB6C-DDBEB2AE791F}"/>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94B"/>
                </a:solidFill>
                <a:latin typeface="Arial"/>
                <a:ea typeface="Arial"/>
                <a:cs typeface="Arial"/>
              </a:defRPr>
            </a:defPPr>
            <a:lvl1pPr>
              <a:buNone/>
              <a:defRPr sz="1275" b="0">
                <a:solidFill>
                  <a:srgbClr val="53694B"/>
                </a:solidFill>
                <a:latin typeface="Arial"/>
                <a:ea typeface="Arial"/>
                <a:cs typeface="Arial"/>
              </a:defRPr>
            </a:lvl1pPr>
            <a:lvl2pPr>
              <a:buNone/>
              <a:defRPr sz="1275" b="0">
                <a:solidFill>
                  <a:srgbClr val="53694B"/>
                </a:solidFill>
                <a:latin typeface="Arial"/>
                <a:ea typeface="Arial"/>
                <a:cs typeface="Arial"/>
              </a:defRPr>
            </a:lvl2pPr>
            <a:lvl3pPr>
              <a:buNone/>
              <a:defRPr sz="1275" b="0">
                <a:solidFill>
                  <a:srgbClr val="53694B"/>
                </a:solidFill>
                <a:latin typeface="Arial"/>
                <a:ea typeface="Arial"/>
                <a:cs typeface="Arial"/>
              </a:defRPr>
            </a:lvl3pPr>
            <a:lvl4pPr>
              <a:buNone/>
              <a:defRPr sz="1275" b="0">
                <a:solidFill>
                  <a:srgbClr val="53694B"/>
                </a:solidFill>
                <a:latin typeface="Arial"/>
                <a:ea typeface="Arial"/>
                <a:cs typeface="Arial"/>
              </a:defRPr>
            </a:lvl4pPr>
            <a:lvl5pPr>
              <a:buNone/>
              <a:defRPr sz="1275" b="0">
                <a:solidFill>
                  <a:srgbClr val="53694B"/>
                </a:solidFill>
                <a:latin typeface="Arial"/>
                <a:ea typeface="Arial"/>
                <a:cs typeface="Arial"/>
              </a:defRPr>
            </a:lvl5pPr>
            <a:lvl6pPr>
              <a:buNone/>
              <a:defRPr sz="1275" b="0">
                <a:solidFill>
                  <a:srgbClr val="53694B"/>
                </a:solidFill>
                <a:latin typeface="Arial"/>
                <a:ea typeface="Arial"/>
                <a:cs typeface="Arial"/>
              </a:defRPr>
            </a:lvl6pPr>
            <a:lvl7pPr>
              <a:buNone/>
              <a:defRPr sz="1275" b="0">
                <a:solidFill>
                  <a:srgbClr val="53694B"/>
                </a:solidFill>
                <a:latin typeface="Arial"/>
                <a:ea typeface="Arial"/>
                <a:cs typeface="Arial"/>
              </a:defRPr>
            </a:lvl7pPr>
            <a:lvl8pPr>
              <a:buNone/>
              <a:defRPr sz="1275" b="0">
                <a:solidFill>
                  <a:srgbClr val="53694B"/>
                </a:solidFill>
                <a:latin typeface="Arial"/>
                <a:ea typeface="Arial"/>
                <a:cs typeface="Arial"/>
              </a:defRPr>
            </a:lvl8pPr>
            <a:lvl9pPr>
              <a:buNone/>
              <a:defRPr sz="1275" b="0">
                <a:solidFill>
                  <a:srgbClr val="53694B"/>
                </a:solidFill>
                <a:latin typeface="Arial"/>
                <a:ea typeface="Arial"/>
                <a:cs typeface="Arial"/>
              </a:defRPr>
            </a:lvl9pPr>
          </a:lstStyle>
          <a:p xmlns:a="http://schemas.openxmlformats.org/drawingml/2006/main">
            <a:pPr>
              <a:buNone/>
              <a:defRPr sz="1275" b="0">
                <a:solidFill>
                  <a:srgbClr val="53694B"/>
                </a:solidFill>
                <a:latin typeface="Arial"/>
                <a:ea typeface="Arial"/>
                <a:cs typeface="Arial"/>
              </a:defRPr>
            </a:pPr>
            <a:r>
              <a:rPr sz="1275" b="0">
                <a:solidFill>
                  <a:srgbClr val="53694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83CF4E8-F58B-4CA3-ADAC-FE1F096E09CD}"/>
              </a:ext>
            </a:extLst>
          </p:cNvPr>
          <p:cNvSpPr>
            <a:spLocks xmlns:a="http://schemas.openxmlformats.org/drawingml/2006/main" noGrp="1"/>
          </p:cNvSpPr>
          <p:nvPr/>
        </p:nvSpPr>
        <p:spPr>
          <a:xfrm xmlns:a="http://schemas.openxmlformats.org/drawingml/2006/main">
            <a:off x="609600" y="1619250"/>
            <a:ext cx="335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C2E"/>
                </a:solidFill>
                <a:latin typeface="Arial"/>
                <a:ea typeface="Arial"/>
                <a:cs typeface="Arial"/>
              </a:defRPr>
            </a:defPPr>
            <a:lvl1pPr>
              <a:buNone/>
              <a:defRPr sz="2550" b="1">
                <a:solidFill>
                  <a:srgbClr val="123C2E"/>
                </a:solidFill>
                <a:latin typeface="Arial"/>
                <a:ea typeface="Arial"/>
                <a:cs typeface="Arial"/>
              </a:defRPr>
            </a:lvl1pPr>
            <a:lvl2pPr>
              <a:buNone/>
              <a:defRPr sz="2550" b="1">
                <a:solidFill>
                  <a:srgbClr val="123C2E"/>
                </a:solidFill>
                <a:latin typeface="Arial"/>
                <a:ea typeface="Arial"/>
                <a:cs typeface="Arial"/>
              </a:defRPr>
            </a:lvl2pPr>
            <a:lvl3pPr>
              <a:buNone/>
              <a:defRPr sz="2550" b="1">
                <a:solidFill>
                  <a:srgbClr val="123C2E"/>
                </a:solidFill>
                <a:latin typeface="Arial"/>
                <a:ea typeface="Arial"/>
                <a:cs typeface="Arial"/>
              </a:defRPr>
            </a:lvl3pPr>
            <a:lvl4pPr>
              <a:buNone/>
              <a:defRPr sz="2550" b="1">
                <a:solidFill>
                  <a:srgbClr val="123C2E"/>
                </a:solidFill>
                <a:latin typeface="Arial"/>
                <a:ea typeface="Arial"/>
                <a:cs typeface="Arial"/>
              </a:defRPr>
            </a:lvl4pPr>
            <a:lvl5pPr>
              <a:buNone/>
              <a:defRPr sz="2550" b="1">
                <a:solidFill>
                  <a:srgbClr val="123C2E"/>
                </a:solidFill>
                <a:latin typeface="Arial"/>
                <a:ea typeface="Arial"/>
                <a:cs typeface="Arial"/>
              </a:defRPr>
            </a:lvl5pPr>
            <a:lvl6pPr>
              <a:buNone/>
              <a:defRPr sz="2550" b="1">
                <a:solidFill>
                  <a:srgbClr val="123C2E"/>
                </a:solidFill>
                <a:latin typeface="Arial"/>
                <a:ea typeface="Arial"/>
                <a:cs typeface="Arial"/>
              </a:defRPr>
            </a:lvl6pPr>
            <a:lvl7pPr>
              <a:buNone/>
              <a:defRPr sz="2550" b="1">
                <a:solidFill>
                  <a:srgbClr val="123C2E"/>
                </a:solidFill>
                <a:latin typeface="Arial"/>
                <a:ea typeface="Arial"/>
                <a:cs typeface="Arial"/>
              </a:defRPr>
            </a:lvl7pPr>
            <a:lvl8pPr>
              <a:buNone/>
              <a:defRPr sz="2550" b="1">
                <a:solidFill>
                  <a:srgbClr val="123C2E"/>
                </a:solidFill>
                <a:latin typeface="Arial"/>
                <a:ea typeface="Arial"/>
                <a:cs typeface="Arial"/>
              </a:defRPr>
            </a:lvl8pPr>
            <a:lvl9pPr>
              <a:buNone/>
              <a:defRPr sz="2550" b="1">
                <a:solidFill>
                  <a:srgbClr val="123C2E"/>
                </a:solidFill>
                <a:latin typeface="Arial"/>
                <a:ea typeface="Arial"/>
                <a:cs typeface="Arial"/>
              </a:defRPr>
            </a:lvl9pPr>
          </a:lstStyle>
          <a:p xmlns:a="http://schemas.openxmlformats.org/drawingml/2006/main">
            <a:pPr>
              <a:buNone/>
              <a:defRPr sz="2550" b="1">
                <a:solidFill>
                  <a:srgbClr val="123C2E"/>
                </a:solidFill>
                <a:latin typeface="Arial"/>
                <a:ea typeface="Arial"/>
                <a:cs typeface="Arial"/>
              </a:defRPr>
            </a:pPr>
            <a:r>
              <a:rPr sz="2550" b="1">
                <a:solidFill>
                  <a:srgbClr val="123C2E"/>
                </a:solidFill>
                <a:latin typeface="Arial"/>
                <a:ea typeface="Arial"/>
                <a:cs typeface="Arial"/>
              </a:rPr>
              <a:t>A batch of supplier bills needs exact permission</a:t>
            </a:r>
          </a:p>
        </p:txBody>
      </p:sp>
      <p:sp>
        <p:nvSpPr>
          <p:cNvPr id="4" name="">
            <a:extLst xmlns:a="http://schemas.openxmlformats.org/drawingml/2006/main">
              <a:ext uri="{FF2B5EF4-FFF2-40B4-BE49-F238E27FC236}">
                <a16:creationId xmlns:a16="http://schemas.microsoft.com/office/drawing/2014/main" id="{FE4E361D-1402-4B67-AC1B-F7D97790C7F5}"/>
              </a:ext>
            </a:extLst>
          </p:cNvPr>
          <p:cNvSpPr>
            <a:spLocks xmlns:a="http://schemas.openxmlformats.org/drawingml/2006/main" noGrp="1"/>
          </p:cNvSpPr>
          <p:nvPr/>
        </p:nvSpPr>
        <p:spPr>
          <a:xfrm xmlns:a="http://schemas.openxmlformats.org/drawingml/2006/main">
            <a:off x="609600" y="31432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94B"/>
                </a:solidFill>
                <a:latin typeface="Arial"/>
                <a:ea typeface="Arial"/>
                <a:cs typeface="Arial"/>
              </a:defRPr>
            </a:defPPr>
            <a:lvl1pPr>
              <a:buNone/>
              <a:defRPr sz="1950" b="0">
                <a:solidFill>
                  <a:srgbClr val="53694B"/>
                </a:solidFill>
                <a:latin typeface="Arial"/>
                <a:ea typeface="Arial"/>
                <a:cs typeface="Arial"/>
              </a:defRPr>
            </a:lvl1pPr>
            <a:lvl2pPr>
              <a:buNone/>
              <a:defRPr sz="1950" b="0">
                <a:solidFill>
                  <a:srgbClr val="53694B"/>
                </a:solidFill>
                <a:latin typeface="Arial"/>
                <a:ea typeface="Arial"/>
                <a:cs typeface="Arial"/>
              </a:defRPr>
            </a:lvl2pPr>
            <a:lvl3pPr>
              <a:buNone/>
              <a:defRPr sz="1950" b="0">
                <a:solidFill>
                  <a:srgbClr val="53694B"/>
                </a:solidFill>
                <a:latin typeface="Arial"/>
                <a:ea typeface="Arial"/>
                <a:cs typeface="Arial"/>
              </a:defRPr>
            </a:lvl3pPr>
            <a:lvl4pPr>
              <a:buNone/>
              <a:defRPr sz="1950" b="0">
                <a:solidFill>
                  <a:srgbClr val="53694B"/>
                </a:solidFill>
                <a:latin typeface="Arial"/>
                <a:ea typeface="Arial"/>
                <a:cs typeface="Arial"/>
              </a:defRPr>
            </a:lvl4pPr>
            <a:lvl5pPr>
              <a:buNone/>
              <a:defRPr sz="1950" b="0">
                <a:solidFill>
                  <a:srgbClr val="53694B"/>
                </a:solidFill>
                <a:latin typeface="Arial"/>
                <a:ea typeface="Arial"/>
                <a:cs typeface="Arial"/>
              </a:defRPr>
            </a:lvl5pPr>
            <a:lvl6pPr>
              <a:buNone/>
              <a:defRPr sz="1950" b="0">
                <a:solidFill>
                  <a:srgbClr val="53694B"/>
                </a:solidFill>
                <a:latin typeface="Arial"/>
                <a:ea typeface="Arial"/>
                <a:cs typeface="Arial"/>
              </a:defRPr>
            </a:lvl6pPr>
            <a:lvl7pPr>
              <a:buNone/>
              <a:defRPr sz="1950" b="0">
                <a:solidFill>
                  <a:srgbClr val="53694B"/>
                </a:solidFill>
                <a:latin typeface="Arial"/>
                <a:ea typeface="Arial"/>
                <a:cs typeface="Arial"/>
              </a:defRPr>
            </a:lvl7pPr>
            <a:lvl8pPr>
              <a:buNone/>
              <a:defRPr sz="1950" b="0">
                <a:solidFill>
                  <a:srgbClr val="53694B"/>
                </a:solidFill>
                <a:latin typeface="Arial"/>
                <a:ea typeface="Arial"/>
                <a:cs typeface="Arial"/>
              </a:defRPr>
            </a:lvl8pPr>
            <a:lvl9pPr>
              <a:buNone/>
              <a:defRPr sz="1950" b="0">
                <a:solidFill>
                  <a:srgbClr val="53694B"/>
                </a:solidFill>
                <a:latin typeface="Arial"/>
                <a:ea typeface="Arial"/>
                <a:cs typeface="Arial"/>
              </a:defRPr>
            </a:lvl9pPr>
          </a:lstStyle>
          <a:p xmlns:a="http://schemas.openxmlformats.org/drawingml/2006/main">
            <a:pPr>
              <a:buNone/>
              <a:defRPr sz="1950" b="0">
                <a:solidFill>
                  <a:srgbClr val="53694B"/>
                </a:solidFill>
                <a:latin typeface="Arial"/>
                <a:ea typeface="Arial"/>
                <a:cs typeface="Arial"/>
              </a:defRPr>
            </a:pPr>
            <a:r>
              <a:rPr sz="1950" b="0">
                <a:solidFill>
                  <a:srgbClr val="53694B"/>
                </a:solidFill>
                <a:latin typeface="Arial"/>
                <a:ea typeface="Arial"/>
                <a:cs typeface="Arial"/>
              </a:rPr>
              <a:t>Compare the source with the draft fields</a:t>
            </a:r>
          </a:p>
        </p:txBody>
      </p:sp>
      <p:sp>
        <p:nvSpPr>
          <p:cNvPr id="5" name="">
            <a:extLst xmlns:a="http://schemas.openxmlformats.org/drawingml/2006/main">
              <a:ext uri="{FF2B5EF4-FFF2-40B4-BE49-F238E27FC236}">
                <a16:creationId xmlns:a16="http://schemas.microsoft.com/office/drawing/2014/main" id="{B94B2A75-5CE7-4BD1-AFA2-EEFFDA2B37F4}"/>
              </a:ext>
            </a:extLst>
          </p:cNvPr>
          <p:cNvSpPr>
            <a:spLocks xmlns:a="http://schemas.openxmlformats.org/drawingml/2006/main" noGrp="1"/>
          </p:cNvSpPr>
          <p:nvPr/>
        </p:nvSpPr>
        <p:spPr>
          <a:xfrm xmlns:a="http://schemas.openxmlformats.org/drawingml/2006/main">
            <a:off x="609600" y="400050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94B"/>
                </a:solidFill>
                <a:latin typeface="Arial"/>
                <a:ea typeface="Arial"/>
                <a:cs typeface="Arial"/>
              </a:defRPr>
            </a:defPPr>
            <a:lvl1pPr>
              <a:buNone/>
              <a:defRPr sz="1950" b="0">
                <a:solidFill>
                  <a:srgbClr val="53694B"/>
                </a:solidFill>
                <a:latin typeface="Arial"/>
                <a:ea typeface="Arial"/>
                <a:cs typeface="Arial"/>
              </a:defRPr>
            </a:lvl1pPr>
            <a:lvl2pPr>
              <a:buNone/>
              <a:defRPr sz="1950" b="0">
                <a:solidFill>
                  <a:srgbClr val="53694B"/>
                </a:solidFill>
                <a:latin typeface="Arial"/>
                <a:ea typeface="Arial"/>
                <a:cs typeface="Arial"/>
              </a:defRPr>
            </a:lvl2pPr>
            <a:lvl3pPr>
              <a:buNone/>
              <a:defRPr sz="1950" b="0">
                <a:solidFill>
                  <a:srgbClr val="53694B"/>
                </a:solidFill>
                <a:latin typeface="Arial"/>
                <a:ea typeface="Arial"/>
                <a:cs typeface="Arial"/>
              </a:defRPr>
            </a:lvl3pPr>
            <a:lvl4pPr>
              <a:buNone/>
              <a:defRPr sz="1950" b="0">
                <a:solidFill>
                  <a:srgbClr val="53694B"/>
                </a:solidFill>
                <a:latin typeface="Arial"/>
                <a:ea typeface="Arial"/>
                <a:cs typeface="Arial"/>
              </a:defRPr>
            </a:lvl4pPr>
            <a:lvl5pPr>
              <a:buNone/>
              <a:defRPr sz="1950" b="0">
                <a:solidFill>
                  <a:srgbClr val="53694B"/>
                </a:solidFill>
                <a:latin typeface="Arial"/>
                <a:ea typeface="Arial"/>
                <a:cs typeface="Arial"/>
              </a:defRPr>
            </a:lvl5pPr>
            <a:lvl6pPr>
              <a:buNone/>
              <a:defRPr sz="1950" b="0">
                <a:solidFill>
                  <a:srgbClr val="53694B"/>
                </a:solidFill>
                <a:latin typeface="Arial"/>
                <a:ea typeface="Arial"/>
                <a:cs typeface="Arial"/>
              </a:defRPr>
            </a:lvl6pPr>
            <a:lvl7pPr>
              <a:buNone/>
              <a:defRPr sz="1950" b="0">
                <a:solidFill>
                  <a:srgbClr val="53694B"/>
                </a:solidFill>
                <a:latin typeface="Arial"/>
                <a:ea typeface="Arial"/>
                <a:cs typeface="Arial"/>
              </a:defRPr>
            </a:lvl7pPr>
            <a:lvl8pPr>
              <a:buNone/>
              <a:defRPr sz="1950" b="0">
                <a:solidFill>
                  <a:srgbClr val="53694B"/>
                </a:solidFill>
                <a:latin typeface="Arial"/>
                <a:ea typeface="Arial"/>
                <a:cs typeface="Arial"/>
              </a:defRPr>
            </a:lvl8pPr>
            <a:lvl9pPr>
              <a:buNone/>
              <a:defRPr sz="1950" b="0">
                <a:solidFill>
                  <a:srgbClr val="53694B"/>
                </a:solidFill>
                <a:latin typeface="Arial"/>
                <a:ea typeface="Arial"/>
                <a:cs typeface="Arial"/>
              </a:defRPr>
            </a:lvl9pPr>
          </a:lstStyle>
          <a:p xmlns:a="http://schemas.openxmlformats.org/drawingml/2006/main">
            <a:pPr>
              <a:buNone/>
              <a:defRPr sz="1950" b="0">
                <a:solidFill>
                  <a:srgbClr val="53694B"/>
                </a:solidFill>
                <a:latin typeface="Arial"/>
                <a:ea typeface="Arial"/>
                <a:cs typeface="Arial"/>
              </a:defRPr>
            </a:pPr>
            <a:r>
              <a:rPr sz="1950" b="0">
                <a:solidFill>
                  <a:srgbClr val="53694B"/>
                </a:solidFill>
                <a:latin typeface="Arial"/>
                <a:ea typeface="Arial"/>
                <a:cs typeface="Arial"/>
              </a:rPr>
              <a:t>Use the owner’s trusted vendor recipient</a:t>
            </a:r>
          </a:p>
        </p:txBody>
      </p:sp>
      <p:sp>
        <p:nvSpPr>
          <p:cNvPr id="6" name="">
            <a:extLst xmlns:a="http://schemas.openxmlformats.org/drawingml/2006/main">
              <a:ext uri="{FF2B5EF4-FFF2-40B4-BE49-F238E27FC236}">
                <a16:creationId xmlns:a16="http://schemas.microsoft.com/office/drawing/2014/main" id="{46BA3FC1-0C5E-493F-BA65-6AC4A53D07EA}"/>
              </a:ext>
            </a:extLst>
          </p:cNvPr>
          <p:cNvSpPr>
            <a:spLocks xmlns:a="http://schemas.openxmlformats.org/drawingml/2006/main" noGrp="1"/>
          </p:cNvSpPr>
          <p:nvPr/>
        </p:nvSpPr>
        <p:spPr>
          <a:xfrm xmlns:a="http://schemas.openxmlformats.org/drawingml/2006/main">
            <a:off x="609600" y="48577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94B"/>
                </a:solidFill>
                <a:latin typeface="Arial"/>
                <a:ea typeface="Arial"/>
                <a:cs typeface="Arial"/>
              </a:defRPr>
            </a:defPPr>
            <a:lvl1pPr>
              <a:buNone/>
              <a:defRPr sz="1950" b="0">
                <a:solidFill>
                  <a:srgbClr val="53694B"/>
                </a:solidFill>
                <a:latin typeface="Arial"/>
                <a:ea typeface="Arial"/>
                <a:cs typeface="Arial"/>
              </a:defRPr>
            </a:lvl1pPr>
            <a:lvl2pPr>
              <a:buNone/>
              <a:defRPr sz="1950" b="0">
                <a:solidFill>
                  <a:srgbClr val="53694B"/>
                </a:solidFill>
                <a:latin typeface="Arial"/>
                <a:ea typeface="Arial"/>
                <a:cs typeface="Arial"/>
              </a:defRPr>
            </a:lvl2pPr>
            <a:lvl3pPr>
              <a:buNone/>
              <a:defRPr sz="1950" b="0">
                <a:solidFill>
                  <a:srgbClr val="53694B"/>
                </a:solidFill>
                <a:latin typeface="Arial"/>
                <a:ea typeface="Arial"/>
                <a:cs typeface="Arial"/>
              </a:defRPr>
            </a:lvl3pPr>
            <a:lvl4pPr>
              <a:buNone/>
              <a:defRPr sz="1950" b="0">
                <a:solidFill>
                  <a:srgbClr val="53694B"/>
                </a:solidFill>
                <a:latin typeface="Arial"/>
                <a:ea typeface="Arial"/>
                <a:cs typeface="Arial"/>
              </a:defRPr>
            </a:lvl4pPr>
            <a:lvl5pPr>
              <a:buNone/>
              <a:defRPr sz="1950" b="0">
                <a:solidFill>
                  <a:srgbClr val="53694B"/>
                </a:solidFill>
                <a:latin typeface="Arial"/>
                <a:ea typeface="Arial"/>
                <a:cs typeface="Arial"/>
              </a:defRPr>
            </a:lvl5pPr>
            <a:lvl6pPr>
              <a:buNone/>
              <a:defRPr sz="1950" b="0">
                <a:solidFill>
                  <a:srgbClr val="53694B"/>
                </a:solidFill>
                <a:latin typeface="Arial"/>
                <a:ea typeface="Arial"/>
                <a:cs typeface="Arial"/>
              </a:defRPr>
            </a:lvl6pPr>
            <a:lvl7pPr>
              <a:buNone/>
              <a:defRPr sz="1950" b="0">
                <a:solidFill>
                  <a:srgbClr val="53694B"/>
                </a:solidFill>
                <a:latin typeface="Arial"/>
                <a:ea typeface="Arial"/>
                <a:cs typeface="Arial"/>
              </a:defRPr>
            </a:lvl7pPr>
            <a:lvl8pPr>
              <a:buNone/>
              <a:defRPr sz="1950" b="0">
                <a:solidFill>
                  <a:srgbClr val="53694B"/>
                </a:solidFill>
                <a:latin typeface="Arial"/>
                <a:ea typeface="Arial"/>
                <a:cs typeface="Arial"/>
              </a:defRPr>
            </a:lvl8pPr>
            <a:lvl9pPr>
              <a:buNone/>
              <a:defRPr sz="1950" b="0">
                <a:solidFill>
                  <a:srgbClr val="53694B"/>
                </a:solidFill>
                <a:latin typeface="Arial"/>
                <a:ea typeface="Arial"/>
                <a:cs typeface="Arial"/>
              </a:defRPr>
            </a:lvl9pPr>
          </a:lstStyle>
          <a:p xmlns:a="http://schemas.openxmlformats.org/drawingml/2006/main">
            <a:pPr>
              <a:buNone/>
              <a:defRPr sz="1950" b="0">
                <a:solidFill>
                  <a:srgbClr val="53694B"/>
                </a:solidFill>
                <a:latin typeface="Arial"/>
                <a:ea typeface="Arial"/>
                <a:cs typeface="Arial"/>
              </a:defRPr>
            </a:pPr>
            <a:r>
              <a:rPr sz="1950" b="0">
                <a:solidFill>
                  <a:srgbClr val="53694B"/>
                </a:solidFill>
                <a:latin typeface="Arial"/>
                <a:ea typeface="Arial"/>
                <a:cs typeface="Arial"/>
              </a:rPr>
              <a:t>Sign the exact approval before planning</a:t>
            </a:r>
          </a:p>
        </p:txBody>
      </p:sp>
      <p:pic>
        <p:nvPicPr>
          <p:cNvPr id="7" name="">
            <a:extLst xmlns:a="http://schemas.openxmlformats.org/drawingml/2006/main">
              <a:ext uri="{FF2B5EF4-FFF2-40B4-BE49-F238E27FC236}">
                <a16:creationId xmlns:a16="http://schemas.microsoft.com/office/drawing/2014/main" id="{D27EFFED-7A75-49E2-B579-8B6979E6E18E}"/>
              </a:ext>
            </a:extLst>
          </p:cNvPr>
          <p:cNvPicPr>
            <a:picLocks xmlns:a="http://schemas.openxmlformats.org/drawingml/2006/main" noChangeAspect="1"/>
          </p:cNvPicPr>
          <p:nvPr/>
        </p:nvPicPr>
        <p:blipFill>
          <a:blip xmlns:r="http://schemas.openxmlformats.org/officeDocument/2006/relationships" xmlns:a="http://schemas.openxmlformats.org/drawingml/2006/main" r:embed="R816cd423f8bb4eed"/>
          <a:stretch xmlns:a="http://schemas.openxmlformats.org/drawingml/2006/main"/>
        </p:blipFill>
        <p:spPr>
          <a:xfrm xmlns:a="http://schemas.openxmlformats.org/drawingml/2006/main">
            <a:off x="4232910" y="1495425"/>
            <a:ext cx="7345680" cy="4591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840F26A-43DD-49C4-AEB1-5D8EBB0A3609}"/>
              </a:ext>
            </a:extLst>
          </p:cNvPr>
          <p:cNvSpPr>
            <a:spLocks xmlns:a="http://schemas.openxmlformats.org/drawingml/2006/main" noGrp="1"/>
          </p:cNvSpPr>
          <p:nvPr/>
        </p:nvSpPr>
        <p:spPr>
          <a:xfrm xmlns:a="http://schemas.openxmlformats.org/drawingml/2006/main">
            <a:off x="4229100" y="6162675"/>
            <a:ext cx="735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94B"/>
                </a:solidFill>
                <a:latin typeface="Arial"/>
                <a:ea typeface="Arial"/>
                <a:cs typeface="Arial"/>
              </a:defRPr>
            </a:defPPr>
            <a:lvl1pPr>
              <a:buNone/>
              <a:defRPr sz="1350" b="0">
                <a:solidFill>
                  <a:srgbClr val="53694B"/>
                </a:solidFill>
                <a:latin typeface="Arial"/>
                <a:ea typeface="Arial"/>
                <a:cs typeface="Arial"/>
              </a:defRPr>
            </a:lvl1pPr>
            <a:lvl2pPr>
              <a:buNone/>
              <a:defRPr sz="1350" b="0">
                <a:solidFill>
                  <a:srgbClr val="53694B"/>
                </a:solidFill>
                <a:latin typeface="Arial"/>
                <a:ea typeface="Arial"/>
                <a:cs typeface="Arial"/>
              </a:defRPr>
            </a:lvl2pPr>
            <a:lvl3pPr>
              <a:buNone/>
              <a:defRPr sz="1350" b="0">
                <a:solidFill>
                  <a:srgbClr val="53694B"/>
                </a:solidFill>
                <a:latin typeface="Arial"/>
                <a:ea typeface="Arial"/>
                <a:cs typeface="Arial"/>
              </a:defRPr>
            </a:lvl3pPr>
            <a:lvl4pPr>
              <a:buNone/>
              <a:defRPr sz="1350" b="0">
                <a:solidFill>
                  <a:srgbClr val="53694B"/>
                </a:solidFill>
                <a:latin typeface="Arial"/>
                <a:ea typeface="Arial"/>
                <a:cs typeface="Arial"/>
              </a:defRPr>
            </a:lvl4pPr>
            <a:lvl5pPr>
              <a:buNone/>
              <a:defRPr sz="1350" b="0">
                <a:solidFill>
                  <a:srgbClr val="53694B"/>
                </a:solidFill>
                <a:latin typeface="Arial"/>
                <a:ea typeface="Arial"/>
                <a:cs typeface="Arial"/>
              </a:defRPr>
            </a:lvl5pPr>
            <a:lvl6pPr>
              <a:buNone/>
              <a:defRPr sz="1350" b="0">
                <a:solidFill>
                  <a:srgbClr val="53694B"/>
                </a:solidFill>
                <a:latin typeface="Arial"/>
                <a:ea typeface="Arial"/>
                <a:cs typeface="Arial"/>
              </a:defRPr>
            </a:lvl6pPr>
            <a:lvl7pPr>
              <a:buNone/>
              <a:defRPr sz="1350" b="0">
                <a:solidFill>
                  <a:srgbClr val="53694B"/>
                </a:solidFill>
                <a:latin typeface="Arial"/>
                <a:ea typeface="Arial"/>
                <a:cs typeface="Arial"/>
              </a:defRPr>
            </a:lvl7pPr>
            <a:lvl8pPr>
              <a:buNone/>
              <a:defRPr sz="1350" b="0">
                <a:solidFill>
                  <a:srgbClr val="53694B"/>
                </a:solidFill>
                <a:latin typeface="Arial"/>
                <a:ea typeface="Arial"/>
                <a:cs typeface="Arial"/>
              </a:defRPr>
            </a:lvl8pPr>
            <a:lvl9pPr>
              <a:buNone/>
              <a:defRPr sz="1350" b="0">
                <a:solidFill>
                  <a:srgbClr val="53694B"/>
                </a:solidFill>
                <a:latin typeface="Arial"/>
                <a:ea typeface="Arial"/>
                <a:cs typeface="Arial"/>
              </a:defRPr>
            </a:lvl9pPr>
          </a:lstStyle>
          <a:p xmlns:a="http://schemas.openxmlformats.org/drawingml/2006/main">
            <a:pPr>
              <a:buNone/>
              <a:defRPr sz="1350" b="0">
                <a:solidFill>
                  <a:srgbClr val="53694B"/>
                </a:solidFill>
                <a:latin typeface="Arial"/>
                <a:ea typeface="Arial"/>
                <a:cs typeface="Arial"/>
              </a:defRPr>
            </a:pPr>
            <a:r>
              <a:rPr sz="1350" b="0">
                <a:solidFill>
                  <a:srgbClr val="53694B"/>
                </a:solidFill>
                <a:latin typeface="Arial"/>
                <a:ea typeface="Arial"/>
                <a:cs typeface="Arial"/>
              </a:rPr>
              <a:t>Recorded local scripted replay · chain 31337 · synthetic bills</a:t>
            </a:r>
          </a:p>
        </p:txBody>
      </p:sp>
    </p:spTree>
    <p:extLst>
      <p:ext uri="{BB962C8B-B14F-4D97-AF65-F5344CB8AC3E}">
        <p14:creationId xmlns:p14="http://schemas.microsoft.com/office/powerpoint/2010/main" val="2065591976"/>
      </p:ext>
    </p:extLst>
  </p:cSld>
</p:sld>
</file>

<file path=ppt/slides/slide4.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1CEEA0-3CE1-454A-85A4-A80C04A13080}"/>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C2E"/>
                </a:solidFill>
                <a:latin typeface="Arial"/>
                <a:ea typeface="Arial"/>
                <a:cs typeface="Arial"/>
              </a:defRPr>
            </a:defPPr>
            <a:lvl1pPr>
              <a:buNone/>
              <a:defRPr sz="3300" b="1">
                <a:solidFill>
                  <a:srgbClr val="123C2E"/>
                </a:solidFill>
                <a:latin typeface="Arial"/>
                <a:ea typeface="Arial"/>
                <a:cs typeface="Arial"/>
              </a:defRPr>
            </a:lvl1pPr>
            <a:lvl2pPr>
              <a:buNone/>
              <a:defRPr sz="3300" b="1">
                <a:solidFill>
                  <a:srgbClr val="123C2E"/>
                </a:solidFill>
                <a:latin typeface="Arial"/>
                <a:ea typeface="Arial"/>
                <a:cs typeface="Arial"/>
              </a:defRPr>
            </a:lvl2pPr>
            <a:lvl3pPr>
              <a:buNone/>
              <a:defRPr sz="3300" b="1">
                <a:solidFill>
                  <a:srgbClr val="123C2E"/>
                </a:solidFill>
                <a:latin typeface="Arial"/>
                <a:ea typeface="Arial"/>
                <a:cs typeface="Arial"/>
              </a:defRPr>
            </a:lvl3pPr>
            <a:lvl4pPr>
              <a:buNone/>
              <a:defRPr sz="3300" b="1">
                <a:solidFill>
                  <a:srgbClr val="123C2E"/>
                </a:solidFill>
                <a:latin typeface="Arial"/>
                <a:ea typeface="Arial"/>
                <a:cs typeface="Arial"/>
              </a:defRPr>
            </a:lvl4pPr>
            <a:lvl5pPr>
              <a:buNone/>
              <a:defRPr sz="3300" b="1">
                <a:solidFill>
                  <a:srgbClr val="123C2E"/>
                </a:solidFill>
                <a:latin typeface="Arial"/>
                <a:ea typeface="Arial"/>
                <a:cs typeface="Arial"/>
              </a:defRPr>
            </a:lvl5pPr>
            <a:lvl6pPr>
              <a:buNone/>
              <a:defRPr sz="3300" b="1">
                <a:solidFill>
                  <a:srgbClr val="123C2E"/>
                </a:solidFill>
                <a:latin typeface="Arial"/>
                <a:ea typeface="Arial"/>
                <a:cs typeface="Arial"/>
              </a:defRPr>
            </a:lvl6pPr>
            <a:lvl7pPr>
              <a:buNone/>
              <a:defRPr sz="3300" b="1">
                <a:solidFill>
                  <a:srgbClr val="123C2E"/>
                </a:solidFill>
                <a:latin typeface="Arial"/>
                <a:ea typeface="Arial"/>
                <a:cs typeface="Arial"/>
              </a:defRPr>
            </a:lvl7pPr>
            <a:lvl8pPr>
              <a:buNone/>
              <a:defRPr sz="3300" b="1">
                <a:solidFill>
                  <a:srgbClr val="123C2E"/>
                </a:solidFill>
                <a:latin typeface="Arial"/>
                <a:ea typeface="Arial"/>
                <a:cs typeface="Arial"/>
              </a:defRPr>
            </a:lvl8pPr>
            <a:lvl9pPr>
              <a:buNone/>
              <a:defRPr sz="3300" b="1">
                <a:solidFill>
                  <a:srgbClr val="123C2E"/>
                </a:solidFill>
                <a:latin typeface="Arial"/>
                <a:ea typeface="Arial"/>
                <a:cs typeface="Arial"/>
              </a:defRPr>
            </a:lvl9pPr>
          </a:lstStyle>
          <a:p xmlns:a="http://schemas.openxmlformats.org/drawingml/2006/main">
            <a:pPr>
              <a:buNone/>
              <a:defRPr sz="3300" b="1">
                <a:solidFill>
                  <a:srgbClr val="123C2E"/>
                </a:solidFill>
                <a:latin typeface="Arial"/>
                <a:ea typeface="Arial"/>
                <a:cs typeface="Arial"/>
              </a:defRPr>
            </a:pPr>
            <a:r>
              <a:rPr sz="3300" b="1">
                <a:solidFill>
                  <a:srgbClr val="123C2E"/>
                </a:solidFill>
                <a:latin typeface="Arial"/>
                <a:ea typeface="Arial"/>
                <a:cs typeface="Arial"/>
              </a:rPr>
              <a:t>Payment authority</a:t>
            </a:r>
          </a:p>
        </p:txBody>
      </p:sp>
      <p:sp>
        <p:nvSpPr>
          <p:cNvPr id="2" name="">
            <a:extLst xmlns:a="http://schemas.openxmlformats.org/drawingml/2006/main">
              <a:ext uri="{FF2B5EF4-FFF2-40B4-BE49-F238E27FC236}">
                <a16:creationId xmlns:a16="http://schemas.microsoft.com/office/drawing/2014/main" id="{DE5DAF3A-01C6-4681-BED9-24D58486D918}"/>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94B"/>
                </a:solidFill>
                <a:latin typeface="Arial"/>
                <a:ea typeface="Arial"/>
                <a:cs typeface="Arial"/>
              </a:defRPr>
            </a:defPPr>
            <a:lvl1pPr>
              <a:buNone/>
              <a:defRPr sz="1275" b="0">
                <a:solidFill>
                  <a:srgbClr val="53694B"/>
                </a:solidFill>
                <a:latin typeface="Arial"/>
                <a:ea typeface="Arial"/>
                <a:cs typeface="Arial"/>
              </a:defRPr>
            </a:lvl1pPr>
            <a:lvl2pPr>
              <a:buNone/>
              <a:defRPr sz="1275" b="0">
                <a:solidFill>
                  <a:srgbClr val="53694B"/>
                </a:solidFill>
                <a:latin typeface="Arial"/>
                <a:ea typeface="Arial"/>
                <a:cs typeface="Arial"/>
              </a:defRPr>
            </a:lvl2pPr>
            <a:lvl3pPr>
              <a:buNone/>
              <a:defRPr sz="1275" b="0">
                <a:solidFill>
                  <a:srgbClr val="53694B"/>
                </a:solidFill>
                <a:latin typeface="Arial"/>
                <a:ea typeface="Arial"/>
                <a:cs typeface="Arial"/>
              </a:defRPr>
            </a:lvl3pPr>
            <a:lvl4pPr>
              <a:buNone/>
              <a:defRPr sz="1275" b="0">
                <a:solidFill>
                  <a:srgbClr val="53694B"/>
                </a:solidFill>
                <a:latin typeface="Arial"/>
                <a:ea typeface="Arial"/>
                <a:cs typeface="Arial"/>
              </a:defRPr>
            </a:lvl4pPr>
            <a:lvl5pPr>
              <a:buNone/>
              <a:defRPr sz="1275" b="0">
                <a:solidFill>
                  <a:srgbClr val="53694B"/>
                </a:solidFill>
                <a:latin typeface="Arial"/>
                <a:ea typeface="Arial"/>
                <a:cs typeface="Arial"/>
              </a:defRPr>
            </a:lvl5pPr>
            <a:lvl6pPr>
              <a:buNone/>
              <a:defRPr sz="1275" b="0">
                <a:solidFill>
                  <a:srgbClr val="53694B"/>
                </a:solidFill>
                <a:latin typeface="Arial"/>
                <a:ea typeface="Arial"/>
                <a:cs typeface="Arial"/>
              </a:defRPr>
            </a:lvl6pPr>
            <a:lvl7pPr>
              <a:buNone/>
              <a:defRPr sz="1275" b="0">
                <a:solidFill>
                  <a:srgbClr val="53694B"/>
                </a:solidFill>
                <a:latin typeface="Arial"/>
                <a:ea typeface="Arial"/>
                <a:cs typeface="Arial"/>
              </a:defRPr>
            </a:lvl7pPr>
            <a:lvl8pPr>
              <a:buNone/>
              <a:defRPr sz="1275" b="0">
                <a:solidFill>
                  <a:srgbClr val="53694B"/>
                </a:solidFill>
                <a:latin typeface="Arial"/>
                <a:ea typeface="Arial"/>
                <a:cs typeface="Arial"/>
              </a:defRPr>
            </a:lvl8pPr>
            <a:lvl9pPr>
              <a:buNone/>
              <a:defRPr sz="1275" b="0">
                <a:solidFill>
                  <a:srgbClr val="53694B"/>
                </a:solidFill>
                <a:latin typeface="Arial"/>
                <a:ea typeface="Arial"/>
                <a:cs typeface="Arial"/>
              </a:defRPr>
            </a:lvl9pPr>
          </a:lstStyle>
          <a:p xmlns:a="http://schemas.openxmlformats.org/drawingml/2006/main">
            <a:pPr>
              <a:buNone/>
              <a:defRPr sz="1275" b="0">
                <a:solidFill>
                  <a:srgbClr val="53694B"/>
                </a:solidFill>
                <a:latin typeface="Arial"/>
                <a:ea typeface="Arial"/>
                <a:cs typeface="Arial"/>
              </a:defRPr>
            </a:pPr>
            <a:r>
              <a:rPr sz="1275" b="0">
                <a:solidFill>
                  <a:srgbClr val="53694B"/>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E69559F3-DE1C-4C93-8CF3-CD38DA1869F0}"/>
              </a:ext>
            </a:extLst>
          </p:cNvPr>
          <p:cNvGraphicFramePr/>
          <p:nvPr/>
        </p:nvGraphicFramePr>
        <p:xfrm>
          <a:off xmlns:a="http://schemas.openxmlformats.org/drawingml/2006/main" x="609600" y="1571625"/>
          <a:ext xmlns:a="http://schemas.openxmlformats.org/drawingml/2006/main" cx="10972800" cy="3429000"/>
        </p:xfrm>
        <a:graphic xmlns:a="http://schemas.openxmlformats.org/drawingml/2006/main">
          <a:graphicData uri="http://schemas.openxmlformats.org/drawingml/2006/table">
            <a:tbl>
              <a:tblPr/>
              <a:tblGrid>
                <a:gridCol w="2428875"/>
                <a:gridCol w="4667250"/>
                <a:gridCol w="3876675"/>
              </a:tblGrid>
              <a:tr h="685800">
                <a:tc>
                  <a:txBody>
                    <a:bodyPr/>
                    <a:lstStyle/>
                    <a:p>
                      <a:r>
                        <a:rPr sz="1950" b="1">
                          <a:solidFill>
                            <a:srgbClr val="F5F7F3"/>
                          </a:solidFill>
                          <a:latin typeface="Arial"/>
                          <a:ea typeface="Arial"/>
                          <a:cs typeface="Arial"/>
                        </a:rPr>
                        <a:t>Component</a:t>
                      </a:r>
                    </a:p>
                  </a:txBody>
                  <a:tcPr marL="91440" marR="91440" marT="45720" marB="45720">
                    <a:lnL w="9525">
                      <a:solidFill>
                        <a:srgbClr val="D8E1D3"/>
                      </a:solidFill>
                      <a:prstDash val="solid"/>
                    </a:lnL>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c>
                  <a:txBody>
                    <a:bodyPr/>
                    <a:lstStyle/>
                    <a:p>
                      <a:r>
                        <a:rPr sz="1950" b="1">
                          <a:solidFill>
                            <a:srgbClr val="F5F7F3"/>
                          </a:solidFill>
                          <a:latin typeface="Arial"/>
                          <a:ea typeface="Arial"/>
                          <a:cs typeface="Arial"/>
                        </a:rPr>
                        <a:t>Job</a:t>
                      </a:r>
                    </a:p>
                  </a:txBody>
                  <a:tcPr marL="91440" marR="91440" marT="45720" marB="45720">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c>
                  <a:txBody>
                    <a:bodyPr/>
                    <a:lstStyle/>
                    <a:p>
                      <a:r>
                        <a:rPr sz="1950" b="1">
                          <a:solidFill>
                            <a:srgbClr val="F5F7F3"/>
                          </a:solidFill>
                          <a:latin typeface="Arial"/>
                          <a:ea typeface="Arial"/>
                          <a:cs typeface="Arial"/>
                        </a:rPr>
                        <a:t>Payment authority</a:t>
                      </a:r>
                    </a:p>
                  </a:txBody>
                  <a:tcPr marL="91440" marR="91440" marT="45720" marB="45720">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r>
              <a:tr h="685800">
                <a:tc>
                  <a:txBody>
                    <a:bodyPr/>
                    <a:lstStyle/>
                    <a:p>
                      <a:r>
                        <a:rPr sz="1950" b="0">
                          <a:solidFill>
                            <a:srgbClr val="123C2E"/>
                          </a:solidFill>
                          <a:latin typeface="Arial"/>
                          <a:ea typeface="Arial"/>
                          <a:cs typeface="Arial"/>
                        </a:rPr>
                        <a:t>Owner / wallet</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Approve exact bills and rules</a:t>
                      </a:r>
                    </a:p>
                  </a:txBody>
                  <a:tcPr marL="91440" marR="91440" marT="45720" marB="45720">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Owner signature</a:t>
                      </a:r>
                    </a:p>
                  </a:txBody>
                  <a:tcPr marL="91440" marR="91440" marT="45720" marB="45720">
                    <a:lnR w="9525">
                      <a:solidFill>
                        <a:srgbClr val="D8E1D3"/>
                      </a:solidFill>
                      <a:prstDash val="solid"/>
                    </a:lnR>
                    <a:lnB w="9525">
                      <a:solidFill>
                        <a:srgbClr val="D8E1D3"/>
                      </a:solidFill>
                      <a:prstDash val="solid"/>
                    </a:lnB>
                    <a:solidFill>
                      <a:srgbClr val="FFFFFF"/>
                    </a:solidFill>
                  </a:tcPr>
                </a:tc>
              </a:tr>
              <a:tr h="685800">
                <a:tc>
                  <a:txBody>
                    <a:bodyPr/>
                    <a:lstStyle/>
                    <a:p>
                      <a:r>
                        <a:rPr sz="1950" b="0">
                          <a:solidFill>
                            <a:srgbClr val="123C2E"/>
                          </a:solidFill>
                          <a:latin typeface="Arial"/>
                          <a:ea typeface="Arial"/>
                          <a:cs typeface="Arial"/>
                        </a:rPr>
                        <a:t>AI model</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Suggest fields and interpret requests</a:t>
                      </a:r>
                    </a:p>
                  </a:txBody>
                  <a:tcPr marL="91440" marR="91440" marT="45720" marB="45720">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No keys or approval tools</a:t>
                      </a:r>
                    </a:p>
                  </a:txBody>
                  <a:tcPr marL="91440" marR="91440" marT="45720" marB="45720">
                    <a:lnR w="9525">
                      <a:solidFill>
                        <a:srgbClr val="D8E1D3"/>
                      </a:solidFill>
                      <a:prstDash val="solid"/>
                    </a:lnR>
                    <a:lnB w="9525">
                      <a:solidFill>
                        <a:srgbClr val="D8E1D3"/>
                      </a:solidFill>
                      <a:prstDash val="solid"/>
                    </a:lnB>
                    <a:solidFill>
                      <a:srgbClr val="EDF2E7"/>
                    </a:solidFill>
                  </a:tcPr>
                </a:tc>
              </a:tr>
              <a:tr h="685800">
                <a:tc>
                  <a:txBody>
                    <a:bodyPr/>
                    <a:lstStyle/>
                    <a:p>
                      <a:r>
                        <a:rPr sz="1950" b="0">
                          <a:solidFill>
                            <a:srgbClr val="123C2E"/>
                          </a:solidFill>
                          <a:latin typeface="Arial"/>
                          <a:ea typeface="Arial"/>
                          <a:cs typeface="Arial"/>
                        </a:rPr>
                        <a:t>Application / agent</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Plan in integer units, then submit</a:t>
                      </a:r>
                    </a:p>
                  </a:txBody>
                  <a:tcPr marL="91440" marR="91440" marT="45720" marB="45720">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Confirmed approved bill keys</a:t>
                      </a:r>
                    </a:p>
                  </a:txBody>
                  <a:tcPr marL="91440" marR="91440" marT="45720" marB="45720">
                    <a:lnR w="9525">
                      <a:solidFill>
                        <a:srgbClr val="D8E1D3"/>
                      </a:solidFill>
                      <a:prstDash val="solid"/>
                    </a:lnR>
                    <a:lnB w="9525">
                      <a:solidFill>
                        <a:srgbClr val="D8E1D3"/>
                      </a:solidFill>
                      <a:prstDash val="solid"/>
                    </a:lnB>
                    <a:solidFill>
                      <a:srgbClr val="FFFFFF"/>
                    </a:solidFill>
                  </a:tcPr>
                </a:tc>
              </a:tr>
              <a:tr h="685800">
                <a:tc>
                  <a:txBody>
                    <a:bodyPr/>
                    <a:lstStyle/>
                    <a:p>
                      <a:r>
                        <a:rPr sz="1950" b="0">
                          <a:solidFill>
                            <a:srgbClr val="123C2E"/>
                          </a:solidFill>
                          <a:latin typeface="Arial"/>
                          <a:ea typeface="Arial"/>
                          <a:cs typeface="Arial"/>
                        </a:rPr>
                        <a:t>MandateVault</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Check rules and transfer MDT</a:t>
                      </a:r>
                    </a:p>
                  </a:txBody>
                  <a:tcPr marL="91440" marR="91440" marT="45720" marB="45720">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Stored recipient and amount</a:t>
                      </a:r>
                    </a:p>
                  </a:txBody>
                  <a:tcPr marL="91440" marR="91440" marT="45720" marB="45720">
                    <a:lnR w="9525">
                      <a:solidFill>
                        <a:srgbClr val="D8E1D3"/>
                      </a:solidFill>
                      <a:prstDash val="solid"/>
                    </a:lnR>
                    <a:lnB w="9525">
                      <a:solidFill>
                        <a:srgbClr val="D8E1D3"/>
                      </a:solidFill>
                      <a:prstDash val="solid"/>
                    </a:lnB>
                    <a:solidFill>
                      <a:srgbClr val="EDF2E7"/>
                    </a:solidFill>
                  </a:tcPr>
                </a:tc>
              </a:tr>
            </a:tbl>
          </a:graphicData>
        </a:graphic>
      </p:graphicFrame>
      <p:sp>
        <p:nvSpPr>
          <p:cNvPr id="4" name="">
            <a:extLst xmlns:a="http://schemas.openxmlformats.org/drawingml/2006/main">
              <a:ext uri="{FF2B5EF4-FFF2-40B4-BE49-F238E27FC236}">
                <a16:creationId xmlns:a16="http://schemas.microsoft.com/office/drawing/2014/main" id="{4C674662-03C5-4323-95BB-C55BB6DCEA00}"/>
              </a:ext>
            </a:extLst>
          </p:cNvPr>
          <p:cNvSpPr>
            <a:spLocks xmlns:a="http://schemas.openxmlformats.org/drawingml/2006/main" noGrp="1"/>
          </p:cNvSpPr>
          <p:nvPr/>
        </p:nvSpPr>
        <p:spPr>
          <a:xfrm xmlns:a="http://schemas.openxmlformats.org/drawingml/2006/main">
            <a:off x="609600" y="547687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C2E"/>
                </a:solidFill>
                <a:latin typeface="Arial"/>
                <a:ea typeface="Arial"/>
                <a:cs typeface="Arial"/>
              </a:defRPr>
            </a:defPPr>
            <a:lvl1pPr>
              <a:buNone/>
              <a:defRPr sz="2550" b="1">
                <a:solidFill>
                  <a:srgbClr val="123C2E"/>
                </a:solidFill>
                <a:latin typeface="Arial"/>
                <a:ea typeface="Arial"/>
                <a:cs typeface="Arial"/>
              </a:defRPr>
            </a:lvl1pPr>
            <a:lvl2pPr>
              <a:buNone/>
              <a:defRPr sz="2550" b="1">
                <a:solidFill>
                  <a:srgbClr val="123C2E"/>
                </a:solidFill>
                <a:latin typeface="Arial"/>
                <a:ea typeface="Arial"/>
                <a:cs typeface="Arial"/>
              </a:defRPr>
            </a:lvl2pPr>
            <a:lvl3pPr>
              <a:buNone/>
              <a:defRPr sz="2550" b="1">
                <a:solidFill>
                  <a:srgbClr val="123C2E"/>
                </a:solidFill>
                <a:latin typeface="Arial"/>
                <a:ea typeface="Arial"/>
                <a:cs typeface="Arial"/>
              </a:defRPr>
            </a:lvl3pPr>
            <a:lvl4pPr>
              <a:buNone/>
              <a:defRPr sz="2550" b="1">
                <a:solidFill>
                  <a:srgbClr val="123C2E"/>
                </a:solidFill>
                <a:latin typeface="Arial"/>
                <a:ea typeface="Arial"/>
                <a:cs typeface="Arial"/>
              </a:defRPr>
            </a:lvl4pPr>
            <a:lvl5pPr>
              <a:buNone/>
              <a:defRPr sz="2550" b="1">
                <a:solidFill>
                  <a:srgbClr val="123C2E"/>
                </a:solidFill>
                <a:latin typeface="Arial"/>
                <a:ea typeface="Arial"/>
                <a:cs typeface="Arial"/>
              </a:defRPr>
            </a:lvl5pPr>
            <a:lvl6pPr>
              <a:buNone/>
              <a:defRPr sz="2550" b="1">
                <a:solidFill>
                  <a:srgbClr val="123C2E"/>
                </a:solidFill>
                <a:latin typeface="Arial"/>
                <a:ea typeface="Arial"/>
                <a:cs typeface="Arial"/>
              </a:defRPr>
            </a:lvl6pPr>
            <a:lvl7pPr>
              <a:buNone/>
              <a:defRPr sz="2550" b="1">
                <a:solidFill>
                  <a:srgbClr val="123C2E"/>
                </a:solidFill>
                <a:latin typeface="Arial"/>
                <a:ea typeface="Arial"/>
                <a:cs typeface="Arial"/>
              </a:defRPr>
            </a:lvl7pPr>
            <a:lvl8pPr>
              <a:buNone/>
              <a:defRPr sz="2550" b="1">
                <a:solidFill>
                  <a:srgbClr val="123C2E"/>
                </a:solidFill>
                <a:latin typeface="Arial"/>
                <a:ea typeface="Arial"/>
                <a:cs typeface="Arial"/>
              </a:defRPr>
            </a:lvl8pPr>
            <a:lvl9pPr>
              <a:buNone/>
              <a:defRPr sz="2550" b="1">
                <a:solidFill>
                  <a:srgbClr val="123C2E"/>
                </a:solidFill>
                <a:latin typeface="Arial"/>
                <a:ea typeface="Arial"/>
                <a:cs typeface="Arial"/>
              </a:defRPr>
            </a:lvl9pPr>
          </a:lstStyle>
          <a:p xmlns:a="http://schemas.openxmlformats.org/drawingml/2006/main">
            <a:pPr>
              <a:buNone/>
              <a:defRPr sz="2550" b="1">
                <a:solidFill>
                  <a:srgbClr val="123C2E"/>
                </a:solidFill>
                <a:latin typeface="Arial"/>
                <a:ea typeface="Arial"/>
                <a:cs typeface="Arial"/>
              </a:defRPr>
            </a:pPr>
            <a:r>
              <a:rPr sz="2550" b="1">
                <a:solidFill>
                  <a:srgbClr val="123C2E"/>
                </a:solidFill>
                <a:latin typeface="Arial"/>
                <a:ea typeface="Arial"/>
                <a:cs typeface="Arial"/>
              </a:rPr>
              <a:t>Every payment refers to an owner-approved on-chain bill</a:t>
            </a:r>
          </a:p>
        </p:txBody>
      </p:sp>
    </p:spTree>
    <p:extLst>
      <p:ext uri="{BB962C8B-B14F-4D97-AF65-F5344CB8AC3E}">
        <p14:creationId xmlns:p14="http://schemas.microsoft.com/office/powerpoint/2010/main" val="1226334310"/>
      </p:ext>
    </p:extLst>
  </p:cSld>
</p:sld>
</file>

<file path=ppt/slides/slide5.xml><?xml version="1.0" encoding="utf-8"?>
<p:sld xmlns:p="http://schemas.openxmlformats.org/presentationml/2006/main">
  <p:cSld>
    <p:bg>
      <p:bgPr>
        <a:solidFill xmlns:a="http://schemas.openxmlformats.org/drawingml/2006/main">
          <a:srgbClr val="123C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6548E0-8DB9-418C-B3A5-B021BC5225C5}"/>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7F3"/>
                </a:solidFill>
                <a:latin typeface="Arial"/>
                <a:ea typeface="Arial"/>
                <a:cs typeface="Arial"/>
              </a:defRPr>
            </a:defPPr>
            <a:lvl1pPr>
              <a:buNone/>
              <a:defRPr sz="3300" b="1">
                <a:solidFill>
                  <a:srgbClr val="F5F7F3"/>
                </a:solidFill>
                <a:latin typeface="Arial"/>
                <a:ea typeface="Arial"/>
                <a:cs typeface="Arial"/>
              </a:defRPr>
            </a:lvl1pPr>
            <a:lvl2pPr>
              <a:buNone/>
              <a:defRPr sz="3300" b="1">
                <a:solidFill>
                  <a:srgbClr val="F5F7F3"/>
                </a:solidFill>
                <a:latin typeface="Arial"/>
                <a:ea typeface="Arial"/>
                <a:cs typeface="Arial"/>
              </a:defRPr>
            </a:lvl2pPr>
            <a:lvl3pPr>
              <a:buNone/>
              <a:defRPr sz="3300" b="1">
                <a:solidFill>
                  <a:srgbClr val="F5F7F3"/>
                </a:solidFill>
                <a:latin typeface="Arial"/>
                <a:ea typeface="Arial"/>
                <a:cs typeface="Arial"/>
              </a:defRPr>
            </a:lvl3pPr>
            <a:lvl4pPr>
              <a:buNone/>
              <a:defRPr sz="3300" b="1">
                <a:solidFill>
                  <a:srgbClr val="F5F7F3"/>
                </a:solidFill>
                <a:latin typeface="Arial"/>
                <a:ea typeface="Arial"/>
                <a:cs typeface="Arial"/>
              </a:defRPr>
            </a:lvl4pPr>
            <a:lvl5pPr>
              <a:buNone/>
              <a:defRPr sz="3300" b="1">
                <a:solidFill>
                  <a:srgbClr val="F5F7F3"/>
                </a:solidFill>
                <a:latin typeface="Arial"/>
                <a:ea typeface="Arial"/>
                <a:cs typeface="Arial"/>
              </a:defRPr>
            </a:lvl5pPr>
            <a:lvl6pPr>
              <a:buNone/>
              <a:defRPr sz="3300" b="1">
                <a:solidFill>
                  <a:srgbClr val="F5F7F3"/>
                </a:solidFill>
                <a:latin typeface="Arial"/>
                <a:ea typeface="Arial"/>
                <a:cs typeface="Arial"/>
              </a:defRPr>
            </a:lvl6pPr>
            <a:lvl7pPr>
              <a:buNone/>
              <a:defRPr sz="3300" b="1">
                <a:solidFill>
                  <a:srgbClr val="F5F7F3"/>
                </a:solidFill>
                <a:latin typeface="Arial"/>
                <a:ea typeface="Arial"/>
                <a:cs typeface="Arial"/>
              </a:defRPr>
            </a:lvl7pPr>
            <a:lvl8pPr>
              <a:buNone/>
              <a:defRPr sz="3300" b="1">
                <a:solidFill>
                  <a:srgbClr val="F5F7F3"/>
                </a:solidFill>
                <a:latin typeface="Arial"/>
                <a:ea typeface="Arial"/>
                <a:cs typeface="Arial"/>
              </a:defRPr>
            </a:lvl8pPr>
            <a:lvl9pPr>
              <a:buNone/>
              <a:defRPr sz="3300" b="1">
                <a:solidFill>
                  <a:srgbClr val="F5F7F3"/>
                </a:solidFill>
                <a:latin typeface="Arial"/>
                <a:ea typeface="Arial"/>
                <a:cs typeface="Arial"/>
              </a:defRPr>
            </a:lvl9pPr>
          </a:lstStyle>
          <a:p xmlns:a="http://schemas.openxmlformats.org/drawingml/2006/main">
            <a:pPr>
              <a:buNone/>
              <a:defRPr sz="3300" b="1">
                <a:solidFill>
                  <a:srgbClr val="F5F7F3"/>
                </a:solidFill>
                <a:latin typeface="Arial"/>
                <a:ea typeface="Arial"/>
                <a:cs typeface="Arial"/>
              </a:defRPr>
            </a:pPr>
            <a:r>
              <a:rPr sz="3300" b="1">
                <a:solidFill>
                  <a:srgbClr val="F5F7F3"/>
                </a:solidFill>
                <a:latin typeface="Arial"/>
                <a:ea typeface="Arial"/>
                <a:cs typeface="Arial"/>
              </a:rPr>
              <a:t>A focused clarification</a:t>
            </a:r>
          </a:p>
        </p:txBody>
      </p:sp>
      <p:sp>
        <p:nvSpPr>
          <p:cNvPr id="2" name="">
            <a:extLst xmlns:a="http://schemas.openxmlformats.org/drawingml/2006/main">
              <a:ext uri="{FF2B5EF4-FFF2-40B4-BE49-F238E27FC236}">
                <a16:creationId xmlns:a16="http://schemas.microsoft.com/office/drawing/2014/main" id="{848725B5-095C-4B17-BF26-91D26A7BBE5A}"/>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D7EF9A"/>
                </a:solidFill>
                <a:latin typeface="Arial"/>
                <a:ea typeface="Arial"/>
                <a:cs typeface="Arial"/>
              </a:defRPr>
            </a:defPPr>
            <a:lvl1pPr>
              <a:buNone/>
              <a:defRPr sz="1275" b="0">
                <a:solidFill>
                  <a:srgbClr val="D7EF9A"/>
                </a:solidFill>
                <a:latin typeface="Arial"/>
                <a:ea typeface="Arial"/>
                <a:cs typeface="Arial"/>
              </a:defRPr>
            </a:lvl1pPr>
            <a:lvl2pPr>
              <a:buNone/>
              <a:defRPr sz="1275" b="0">
                <a:solidFill>
                  <a:srgbClr val="D7EF9A"/>
                </a:solidFill>
                <a:latin typeface="Arial"/>
                <a:ea typeface="Arial"/>
                <a:cs typeface="Arial"/>
              </a:defRPr>
            </a:lvl2pPr>
            <a:lvl3pPr>
              <a:buNone/>
              <a:defRPr sz="1275" b="0">
                <a:solidFill>
                  <a:srgbClr val="D7EF9A"/>
                </a:solidFill>
                <a:latin typeface="Arial"/>
                <a:ea typeface="Arial"/>
                <a:cs typeface="Arial"/>
              </a:defRPr>
            </a:lvl3pPr>
            <a:lvl4pPr>
              <a:buNone/>
              <a:defRPr sz="1275" b="0">
                <a:solidFill>
                  <a:srgbClr val="D7EF9A"/>
                </a:solidFill>
                <a:latin typeface="Arial"/>
                <a:ea typeface="Arial"/>
                <a:cs typeface="Arial"/>
              </a:defRPr>
            </a:lvl4pPr>
            <a:lvl5pPr>
              <a:buNone/>
              <a:defRPr sz="1275" b="0">
                <a:solidFill>
                  <a:srgbClr val="D7EF9A"/>
                </a:solidFill>
                <a:latin typeface="Arial"/>
                <a:ea typeface="Arial"/>
                <a:cs typeface="Arial"/>
              </a:defRPr>
            </a:lvl5pPr>
            <a:lvl6pPr>
              <a:buNone/>
              <a:defRPr sz="1275" b="0">
                <a:solidFill>
                  <a:srgbClr val="D7EF9A"/>
                </a:solidFill>
                <a:latin typeface="Arial"/>
                <a:ea typeface="Arial"/>
                <a:cs typeface="Arial"/>
              </a:defRPr>
            </a:lvl6pPr>
            <a:lvl7pPr>
              <a:buNone/>
              <a:defRPr sz="1275" b="0">
                <a:solidFill>
                  <a:srgbClr val="D7EF9A"/>
                </a:solidFill>
                <a:latin typeface="Arial"/>
                <a:ea typeface="Arial"/>
                <a:cs typeface="Arial"/>
              </a:defRPr>
            </a:lvl7pPr>
            <a:lvl8pPr>
              <a:buNone/>
              <a:defRPr sz="1275" b="0">
                <a:solidFill>
                  <a:srgbClr val="D7EF9A"/>
                </a:solidFill>
                <a:latin typeface="Arial"/>
                <a:ea typeface="Arial"/>
                <a:cs typeface="Arial"/>
              </a:defRPr>
            </a:lvl8pPr>
            <a:lvl9pPr>
              <a:buNone/>
              <a:defRPr sz="1275" b="0">
                <a:solidFill>
                  <a:srgbClr val="D7EF9A"/>
                </a:solidFill>
                <a:latin typeface="Arial"/>
                <a:ea typeface="Arial"/>
                <a:cs typeface="Arial"/>
              </a:defRPr>
            </a:lvl9pPr>
          </a:lstStyle>
          <a:p xmlns:a="http://schemas.openxmlformats.org/drawingml/2006/main">
            <a:pPr>
              <a:buNone/>
              <a:defRPr sz="1275" b="0">
                <a:solidFill>
                  <a:srgbClr val="D7EF9A"/>
                </a:solidFill>
                <a:latin typeface="Arial"/>
                <a:ea typeface="Arial"/>
                <a:cs typeface="Arial"/>
              </a:defRPr>
            </a:pPr>
            <a:r>
              <a:rPr sz="1275" b="0">
                <a:solidFill>
                  <a:srgbClr val="D7EF9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1E0A9F5-BE86-483D-9AB7-F6A42CDA5227}"/>
              </a:ext>
            </a:extLst>
          </p:cNvPr>
          <p:cNvSpPr>
            <a:spLocks xmlns:a="http://schemas.openxmlformats.org/drawingml/2006/main" noGrp="1"/>
          </p:cNvSpPr>
          <p:nvPr/>
        </p:nvSpPr>
        <p:spPr>
          <a:xfrm xmlns:a="http://schemas.openxmlformats.org/drawingml/2006/main">
            <a:off x="609600" y="16192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D7EF9A"/>
                </a:solidFill>
                <a:latin typeface="Arial"/>
                <a:ea typeface="Arial"/>
                <a:cs typeface="Arial"/>
              </a:defRPr>
            </a:defPPr>
            <a:lvl1pPr>
              <a:buNone/>
              <a:defRPr sz="1500" b="1">
                <a:solidFill>
                  <a:srgbClr val="D7EF9A"/>
                </a:solidFill>
                <a:latin typeface="Arial"/>
                <a:ea typeface="Arial"/>
                <a:cs typeface="Arial"/>
              </a:defRPr>
            </a:lvl1pPr>
            <a:lvl2pPr>
              <a:buNone/>
              <a:defRPr sz="1500" b="1">
                <a:solidFill>
                  <a:srgbClr val="D7EF9A"/>
                </a:solidFill>
                <a:latin typeface="Arial"/>
                <a:ea typeface="Arial"/>
                <a:cs typeface="Arial"/>
              </a:defRPr>
            </a:lvl2pPr>
            <a:lvl3pPr>
              <a:buNone/>
              <a:defRPr sz="1500" b="1">
                <a:solidFill>
                  <a:srgbClr val="D7EF9A"/>
                </a:solidFill>
                <a:latin typeface="Arial"/>
                <a:ea typeface="Arial"/>
                <a:cs typeface="Arial"/>
              </a:defRPr>
            </a:lvl3pPr>
            <a:lvl4pPr>
              <a:buNone/>
              <a:defRPr sz="1500" b="1">
                <a:solidFill>
                  <a:srgbClr val="D7EF9A"/>
                </a:solidFill>
                <a:latin typeface="Arial"/>
                <a:ea typeface="Arial"/>
                <a:cs typeface="Arial"/>
              </a:defRPr>
            </a:lvl4pPr>
            <a:lvl5pPr>
              <a:buNone/>
              <a:defRPr sz="1500" b="1">
                <a:solidFill>
                  <a:srgbClr val="D7EF9A"/>
                </a:solidFill>
                <a:latin typeface="Arial"/>
                <a:ea typeface="Arial"/>
                <a:cs typeface="Arial"/>
              </a:defRPr>
            </a:lvl5pPr>
            <a:lvl6pPr>
              <a:buNone/>
              <a:defRPr sz="1500" b="1">
                <a:solidFill>
                  <a:srgbClr val="D7EF9A"/>
                </a:solidFill>
                <a:latin typeface="Arial"/>
                <a:ea typeface="Arial"/>
                <a:cs typeface="Arial"/>
              </a:defRPr>
            </a:lvl6pPr>
            <a:lvl7pPr>
              <a:buNone/>
              <a:defRPr sz="1500" b="1">
                <a:solidFill>
                  <a:srgbClr val="D7EF9A"/>
                </a:solidFill>
                <a:latin typeface="Arial"/>
                <a:ea typeface="Arial"/>
                <a:cs typeface="Arial"/>
              </a:defRPr>
            </a:lvl7pPr>
            <a:lvl8pPr>
              <a:buNone/>
              <a:defRPr sz="1500" b="1">
                <a:solidFill>
                  <a:srgbClr val="D7EF9A"/>
                </a:solidFill>
                <a:latin typeface="Arial"/>
                <a:ea typeface="Arial"/>
                <a:cs typeface="Arial"/>
              </a:defRPr>
            </a:lvl8pPr>
            <a:lvl9pPr>
              <a:buNone/>
              <a:defRPr sz="1500" b="1">
                <a:solidFill>
                  <a:srgbClr val="D7EF9A"/>
                </a:solidFill>
                <a:latin typeface="Arial"/>
                <a:ea typeface="Arial"/>
                <a:cs typeface="Arial"/>
              </a:defRPr>
            </a:lvl9pPr>
          </a:lstStyle>
          <a:p xmlns:a="http://schemas.openxmlformats.org/drawingml/2006/main">
            <a:pPr>
              <a:buNone/>
              <a:defRPr sz="1500" b="1">
                <a:solidFill>
                  <a:srgbClr val="D7EF9A"/>
                </a:solidFill>
                <a:latin typeface="Arial"/>
                <a:ea typeface="Arial"/>
                <a:cs typeface="Arial"/>
              </a:defRPr>
            </a:pPr>
            <a:r>
              <a:rPr sz="1500" b="1">
                <a:solidFill>
                  <a:srgbClr val="D7EF9A"/>
                </a:solidFill>
                <a:latin typeface="Arial"/>
                <a:ea typeface="Arial"/>
                <a:cs typeface="Arial"/>
              </a:rPr>
              <a:t>OWNER</a:t>
            </a:r>
          </a:p>
        </p:txBody>
      </p:sp>
      <p:sp>
        <p:nvSpPr>
          <p:cNvPr id="4" name="">
            <a:extLst xmlns:a="http://schemas.openxmlformats.org/drawingml/2006/main">
              <a:ext uri="{FF2B5EF4-FFF2-40B4-BE49-F238E27FC236}">
                <a16:creationId xmlns:a16="http://schemas.microsoft.com/office/drawing/2014/main" id="{44460E46-525B-4989-9EF8-C5A854FA78B6}"/>
              </a:ext>
            </a:extLst>
          </p:cNvPr>
          <p:cNvSpPr>
            <a:spLocks xmlns:a="http://schemas.openxmlformats.org/drawingml/2006/main" noGrp="1"/>
          </p:cNvSpPr>
          <p:nvPr/>
        </p:nvSpPr>
        <p:spPr>
          <a:xfrm xmlns:a="http://schemas.openxmlformats.org/drawingml/2006/main">
            <a:off x="609600" y="20669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5F7F3"/>
                </a:solidFill>
                <a:latin typeface="Arial"/>
                <a:ea typeface="Arial"/>
                <a:cs typeface="Arial"/>
              </a:defRPr>
            </a:defPPr>
            <a:lvl1pPr>
              <a:buNone/>
              <a:defRPr sz="3525" b="1">
                <a:solidFill>
                  <a:srgbClr val="F5F7F3"/>
                </a:solidFill>
                <a:latin typeface="Arial"/>
                <a:ea typeface="Arial"/>
                <a:cs typeface="Arial"/>
              </a:defRPr>
            </a:lvl1pPr>
            <a:lvl2pPr>
              <a:buNone/>
              <a:defRPr sz="3525" b="1">
                <a:solidFill>
                  <a:srgbClr val="F5F7F3"/>
                </a:solidFill>
                <a:latin typeface="Arial"/>
                <a:ea typeface="Arial"/>
                <a:cs typeface="Arial"/>
              </a:defRPr>
            </a:lvl2pPr>
            <a:lvl3pPr>
              <a:buNone/>
              <a:defRPr sz="3525" b="1">
                <a:solidFill>
                  <a:srgbClr val="F5F7F3"/>
                </a:solidFill>
                <a:latin typeface="Arial"/>
                <a:ea typeface="Arial"/>
                <a:cs typeface="Arial"/>
              </a:defRPr>
            </a:lvl3pPr>
            <a:lvl4pPr>
              <a:buNone/>
              <a:defRPr sz="3525" b="1">
                <a:solidFill>
                  <a:srgbClr val="F5F7F3"/>
                </a:solidFill>
                <a:latin typeface="Arial"/>
                <a:ea typeface="Arial"/>
                <a:cs typeface="Arial"/>
              </a:defRPr>
            </a:lvl4pPr>
            <a:lvl5pPr>
              <a:buNone/>
              <a:defRPr sz="3525" b="1">
                <a:solidFill>
                  <a:srgbClr val="F5F7F3"/>
                </a:solidFill>
                <a:latin typeface="Arial"/>
                <a:ea typeface="Arial"/>
                <a:cs typeface="Arial"/>
              </a:defRPr>
            </a:lvl5pPr>
            <a:lvl6pPr>
              <a:buNone/>
              <a:defRPr sz="3525" b="1">
                <a:solidFill>
                  <a:srgbClr val="F5F7F3"/>
                </a:solidFill>
                <a:latin typeface="Arial"/>
                <a:ea typeface="Arial"/>
                <a:cs typeface="Arial"/>
              </a:defRPr>
            </a:lvl6pPr>
            <a:lvl7pPr>
              <a:buNone/>
              <a:defRPr sz="3525" b="1">
                <a:solidFill>
                  <a:srgbClr val="F5F7F3"/>
                </a:solidFill>
                <a:latin typeface="Arial"/>
                <a:ea typeface="Arial"/>
                <a:cs typeface="Arial"/>
              </a:defRPr>
            </a:lvl7pPr>
            <a:lvl8pPr>
              <a:buNone/>
              <a:defRPr sz="3525" b="1">
                <a:solidFill>
                  <a:srgbClr val="F5F7F3"/>
                </a:solidFill>
                <a:latin typeface="Arial"/>
                <a:ea typeface="Arial"/>
                <a:cs typeface="Arial"/>
              </a:defRPr>
            </a:lvl8pPr>
            <a:lvl9pPr>
              <a:buNone/>
              <a:defRPr sz="3525" b="1">
                <a:solidFill>
                  <a:srgbClr val="F5F7F3"/>
                </a:solidFill>
                <a:latin typeface="Arial"/>
                <a:ea typeface="Arial"/>
                <a:cs typeface="Arial"/>
              </a:defRPr>
            </a:lvl9pPr>
          </a:lstStyle>
          <a:p xmlns:a="http://schemas.openxmlformats.org/drawingml/2006/main">
            <a:pPr>
              <a:buNone/>
              <a:defRPr sz="3525" b="1">
                <a:solidFill>
                  <a:srgbClr val="F5F7F3"/>
                </a:solidFill>
                <a:latin typeface="Arial"/>
                <a:ea typeface="Arial"/>
                <a:cs typeface="Arial"/>
              </a:defRPr>
            </a:pPr>
            <a:r>
              <a:rPr sz="3525" b="1">
                <a:solidFill>
                  <a:srgbClr val="F5F7F3"/>
                </a:solidFill>
                <a:latin typeface="Arial"/>
                <a:ea typeface="Arial"/>
                <a:cs typeface="Arial"/>
              </a:rPr>
              <a:t>“Pay that one.”</a:t>
            </a:r>
          </a:p>
        </p:txBody>
      </p:sp>
      <p:sp>
        <p:nvSpPr>
          <p:cNvPr id="5" name="">
            <a:extLst xmlns:a="http://schemas.openxmlformats.org/drawingml/2006/main">
              <a:ext uri="{FF2B5EF4-FFF2-40B4-BE49-F238E27FC236}">
                <a16:creationId xmlns:a16="http://schemas.microsoft.com/office/drawing/2014/main" id="{5600CEB0-49EC-45A3-BD9A-5F398965D015}"/>
              </a:ext>
            </a:extLst>
          </p:cNvPr>
          <p:cNvSpPr>
            <a:spLocks xmlns:a="http://schemas.openxmlformats.org/drawingml/2006/main" noGrp="1"/>
          </p:cNvSpPr>
          <p:nvPr/>
        </p:nvSpPr>
        <p:spPr>
          <a:xfrm xmlns:a="http://schemas.openxmlformats.org/drawingml/2006/main">
            <a:off x="609600" y="31051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D7EF9A"/>
                </a:solidFill>
                <a:latin typeface="Arial"/>
                <a:ea typeface="Arial"/>
                <a:cs typeface="Arial"/>
              </a:defRPr>
            </a:defPPr>
            <a:lvl1pPr>
              <a:buNone/>
              <a:defRPr sz="1500" b="1">
                <a:solidFill>
                  <a:srgbClr val="D7EF9A"/>
                </a:solidFill>
                <a:latin typeface="Arial"/>
                <a:ea typeface="Arial"/>
                <a:cs typeface="Arial"/>
              </a:defRPr>
            </a:lvl1pPr>
            <a:lvl2pPr>
              <a:buNone/>
              <a:defRPr sz="1500" b="1">
                <a:solidFill>
                  <a:srgbClr val="D7EF9A"/>
                </a:solidFill>
                <a:latin typeface="Arial"/>
                <a:ea typeface="Arial"/>
                <a:cs typeface="Arial"/>
              </a:defRPr>
            </a:lvl2pPr>
            <a:lvl3pPr>
              <a:buNone/>
              <a:defRPr sz="1500" b="1">
                <a:solidFill>
                  <a:srgbClr val="D7EF9A"/>
                </a:solidFill>
                <a:latin typeface="Arial"/>
                <a:ea typeface="Arial"/>
                <a:cs typeface="Arial"/>
              </a:defRPr>
            </a:lvl3pPr>
            <a:lvl4pPr>
              <a:buNone/>
              <a:defRPr sz="1500" b="1">
                <a:solidFill>
                  <a:srgbClr val="D7EF9A"/>
                </a:solidFill>
                <a:latin typeface="Arial"/>
                <a:ea typeface="Arial"/>
                <a:cs typeface="Arial"/>
              </a:defRPr>
            </a:lvl4pPr>
            <a:lvl5pPr>
              <a:buNone/>
              <a:defRPr sz="1500" b="1">
                <a:solidFill>
                  <a:srgbClr val="D7EF9A"/>
                </a:solidFill>
                <a:latin typeface="Arial"/>
                <a:ea typeface="Arial"/>
                <a:cs typeface="Arial"/>
              </a:defRPr>
            </a:lvl5pPr>
            <a:lvl6pPr>
              <a:buNone/>
              <a:defRPr sz="1500" b="1">
                <a:solidFill>
                  <a:srgbClr val="D7EF9A"/>
                </a:solidFill>
                <a:latin typeface="Arial"/>
                <a:ea typeface="Arial"/>
                <a:cs typeface="Arial"/>
              </a:defRPr>
            </a:lvl6pPr>
            <a:lvl7pPr>
              <a:buNone/>
              <a:defRPr sz="1500" b="1">
                <a:solidFill>
                  <a:srgbClr val="D7EF9A"/>
                </a:solidFill>
                <a:latin typeface="Arial"/>
                <a:ea typeface="Arial"/>
                <a:cs typeface="Arial"/>
              </a:defRPr>
            </a:lvl7pPr>
            <a:lvl8pPr>
              <a:buNone/>
              <a:defRPr sz="1500" b="1">
                <a:solidFill>
                  <a:srgbClr val="D7EF9A"/>
                </a:solidFill>
                <a:latin typeface="Arial"/>
                <a:ea typeface="Arial"/>
                <a:cs typeface="Arial"/>
              </a:defRPr>
            </a:lvl8pPr>
            <a:lvl9pPr>
              <a:buNone/>
              <a:defRPr sz="1500" b="1">
                <a:solidFill>
                  <a:srgbClr val="D7EF9A"/>
                </a:solidFill>
                <a:latin typeface="Arial"/>
                <a:ea typeface="Arial"/>
                <a:cs typeface="Arial"/>
              </a:defRPr>
            </a:lvl9pPr>
          </a:lstStyle>
          <a:p xmlns:a="http://schemas.openxmlformats.org/drawingml/2006/main">
            <a:pPr>
              <a:buNone/>
              <a:defRPr sz="1500" b="1">
                <a:solidFill>
                  <a:srgbClr val="D7EF9A"/>
                </a:solidFill>
                <a:latin typeface="Arial"/>
                <a:ea typeface="Arial"/>
                <a:cs typeface="Arial"/>
              </a:defRPr>
            </a:pPr>
            <a:r>
              <a:rPr sz="1500" b="1">
                <a:solidFill>
                  <a:srgbClr val="D7EF9A"/>
                </a:solidFill>
                <a:latin typeface="Arial"/>
                <a:ea typeface="Arial"/>
                <a:cs typeface="Arial"/>
              </a:rPr>
              <a:t>MANDATE</a:t>
            </a:r>
          </a:p>
        </p:txBody>
      </p:sp>
      <p:sp>
        <p:nvSpPr>
          <p:cNvPr id="6" name="">
            <a:extLst xmlns:a="http://schemas.openxmlformats.org/drawingml/2006/main">
              <a:ext uri="{FF2B5EF4-FFF2-40B4-BE49-F238E27FC236}">
                <a16:creationId xmlns:a16="http://schemas.microsoft.com/office/drawing/2014/main" id="{0845B02A-8478-419F-AEEF-C1E514600A11}"/>
              </a:ext>
            </a:extLst>
          </p:cNvPr>
          <p:cNvSpPr>
            <a:spLocks xmlns:a="http://schemas.openxmlformats.org/drawingml/2006/main" noGrp="1"/>
          </p:cNvSpPr>
          <p:nvPr/>
        </p:nvSpPr>
        <p:spPr>
          <a:xfrm xmlns:a="http://schemas.openxmlformats.org/drawingml/2006/main">
            <a:off x="609600" y="3543300"/>
            <a:ext cx="10382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F5F7F3"/>
                </a:solidFill>
                <a:latin typeface="Arial"/>
                <a:ea typeface="Arial"/>
                <a:cs typeface="Arial"/>
              </a:defRPr>
            </a:defPPr>
            <a:lvl1pPr>
              <a:buNone/>
              <a:defRPr sz="2850" b="0">
                <a:solidFill>
                  <a:srgbClr val="F5F7F3"/>
                </a:solidFill>
                <a:latin typeface="Arial"/>
                <a:ea typeface="Arial"/>
                <a:cs typeface="Arial"/>
              </a:defRPr>
            </a:lvl1pPr>
            <a:lvl2pPr>
              <a:buNone/>
              <a:defRPr sz="2850" b="0">
                <a:solidFill>
                  <a:srgbClr val="F5F7F3"/>
                </a:solidFill>
                <a:latin typeface="Arial"/>
                <a:ea typeface="Arial"/>
                <a:cs typeface="Arial"/>
              </a:defRPr>
            </a:lvl2pPr>
            <a:lvl3pPr>
              <a:buNone/>
              <a:defRPr sz="2850" b="0">
                <a:solidFill>
                  <a:srgbClr val="F5F7F3"/>
                </a:solidFill>
                <a:latin typeface="Arial"/>
                <a:ea typeface="Arial"/>
                <a:cs typeface="Arial"/>
              </a:defRPr>
            </a:lvl3pPr>
            <a:lvl4pPr>
              <a:buNone/>
              <a:defRPr sz="2850" b="0">
                <a:solidFill>
                  <a:srgbClr val="F5F7F3"/>
                </a:solidFill>
                <a:latin typeface="Arial"/>
                <a:ea typeface="Arial"/>
                <a:cs typeface="Arial"/>
              </a:defRPr>
            </a:lvl4pPr>
            <a:lvl5pPr>
              <a:buNone/>
              <a:defRPr sz="2850" b="0">
                <a:solidFill>
                  <a:srgbClr val="F5F7F3"/>
                </a:solidFill>
                <a:latin typeface="Arial"/>
                <a:ea typeface="Arial"/>
                <a:cs typeface="Arial"/>
              </a:defRPr>
            </a:lvl5pPr>
            <a:lvl6pPr>
              <a:buNone/>
              <a:defRPr sz="2850" b="0">
                <a:solidFill>
                  <a:srgbClr val="F5F7F3"/>
                </a:solidFill>
                <a:latin typeface="Arial"/>
                <a:ea typeface="Arial"/>
                <a:cs typeface="Arial"/>
              </a:defRPr>
            </a:lvl6pPr>
            <a:lvl7pPr>
              <a:buNone/>
              <a:defRPr sz="2850" b="0">
                <a:solidFill>
                  <a:srgbClr val="F5F7F3"/>
                </a:solidFill>
                <a:latin typeface="Arial"/>
                <a:ea typeface="Arial"/>
                <a:cs typeface="Arial"/>
              </a:defRPr>
            </a:lvl7pPr>
            <a:lvl8pPr>
              <a:buNone/>
              <a:defRPr sz="2850" b="0">
                <a:solidFill>
                  <a:srgbClr val="F5F7F3"/>
                </a:solidFill>
                <a:latin typeface="Arial"/>
                <a:ea typeface="Arial"/>
                <a:cs typeface="Arial"/>
              </a:defRPr>
            </a:lvl8pPr>
            <a:lvl9pPr>
              <a:buNone/>
              <a:defRPr sz="2850" b="0">
                <a:solidFill>
                  <a:srgbClr val="F5F7F3"/>
                </a:solidFill>
                <a:latin typeface="Arial"/>
                <a:ea typeface="Arial"/>
                <a:cs typeface="Arial"/>
              </a:defRPr>
            </a:lvl9pPr>
          </a:lstStyle>
          <a:p xmlns:a="http://schemas.openxmlformats.org/drawingml/2006/main">
            <a:pPr>
              <a:buNone/>
              <a:defRPr sz="2850" b="0">
                <a:solidFill>
                  <a:srgbClr val="F5F7F3"/>
                </a:solidFill>
                <a:latin typeface="Arial"/>
                <a:ea typeface="Arial"/>
                <a:cs typeface="Arial"/>
              </a:defRPr>
            </a:pPr>
            <a:r>
              <a:rPr sz="2850" b="0">
                <a:solidFill>
                  <a:srgbClr val="F5F7F3"/>
                </a:solidFill>
                <a:latin typeface="Arial"/>
                <a:ea typeface="Arial"/>
                <a:cs typeface="Arial"/>
              </a:rPr>
              <a:t>“Which bill would you like to pay? Please specify the bill ID or invoice number.”</a:t>
            </a:r>
          </a:p>
        </p:txBody>
      </p:sp>
      <p:sp>
        <p:nvSpPr>
          <p:cNvPr id="7" name="">
            <a:extLst xmlns:a="http://schemas.openxmlformats.org/drawingml/2006/main">
              <a:ext uri="{FF2B5EF4-FFF2-40B4-BE49-F238E27FC236}">
                <a16:creationId xmlns:a16="http://schemas.microsoft.com/office/drawing/2014/main" id="{3A711C49-9F1E-4BD6-9DBB-B9CDA34BC28A}"/>
              </a:ext>
            </a:extLst>
          </p:cNvPr>
          <p:cNvSpPr>
            <a:spLocks xmlns:a="http://schemas.openxmlformats.org/drawingml/2006/main" noGrp="1"/>
          </p:cNvSpPr>
          <p:nvPr/>
        </p:nvSpPr>
        <p:spPr>
          <a:xfrm xmlns:a="http://schemas.openxmlformats.org/drawingml/2006/main">
            <a:off x="609600" y="50006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D7EF9A"/>
                </a:solidFill>
                <a:latin typeface="Arial"/>
                <a:ea typeface="Arial"/>
                <a:cs typeface="Arial"/>
              </a:defRPr>
            </a:defPPr>
            <a:lvl1pPr>
              <a:buNone/>
              <a:defRPr sz="2250" b="1">
                <a:solidFill>
                  <a:srgbClr val="D7EF9A"/>
                </a:solidFill>
                <a:latin typeface="Arial"/>
                <a:ea typeface="Arial"/>
                <a:cs typeface="Arial"/>
              </a:defRPr>
            </a:lvl1pPr>
            <a:lvl2pPr>
              <a:buNone/>
              <a:defRPr sz="2250" b="1">
                <a:solidFill>
                  <a:srgbClr val="D7EF9A"/>
                </a:solidFill>
                <a:latin typeface="Arial"/>
                <a:ea typeface="Arial"/>
                <a:cs typeface="Arial"/>
              </a:defRPr>
            </a:lvl2pPr>
            <a:lvl3pPr>
              <a:buNone/>
              <a:defRPr sz="2250" b="1">
                <a:solidFill>
                  <a:srgbClr val="D7EF9A"/>
                </a:solidFill>
                <a:latin typeface="Arial"/>
                <a:ea typeface="Arial"/>
                <a:cs typeface="Arial"/>
              </a:defRPr>
            </a:lvl3pPr>
            <a:lvl4pPr>
              <a:buNone/>
              <a:defRPr sz="2250" b="1">
                <a:solidFill>
                  <a:srgbClr val="D7EF9A"/>
                </a:solidFill>
                <a:latin typeface="Arial"/>
                <a:ea typeface="Arial"/>
                <a:cs typeface="Arial"/>
              </a:defRPr>
            </a:lvl4pPr>
            <a:lvl5pPr>
              <a:buNone/>
              <a:defRPr sz="2250" b="1">
                <a:solidFill>
                  <a:srgbClr val="D7EF9A"/>
                </a:solidFill>
                <a:latin typeface="Arial"/>
                <a:ea typeface="Arial"/>
                <a:cs typeface="Arial"/>
              </a:defRPr>
            </a:lvl5pPr>
            <a:lvl6pPr>
              <a:buNone/>
              <a:defRPr sz="2250" b="1">
                <a:solidFill>
                  <a:srgbClr val="D7EF9A"/>
                </a:solidFill>
                <a:latin typeface="Arial"/>
                <a:ea typeface="Arial"/>
                <a:cs typeface="Arial"/>
              </a:defRPr>
            </a:lvl6pPr>
            <a:lvl7pPr>
              <a:buNone/>
              <a:defRPr sz="2250" b="1">
                <a:solidFill>
                  <a:srgbClr val="D7EF9A"/>
                </a:solidFill>
                <a:latin typeface="Arial"/>
                <a:ea typeface="Arial"/>
                <a:cs typeface="Arial"/>
              </a:defRPr>
            </a:lvl7pPr>
            <a:lvl8pPr>
              <a:buNone/>
              <a:defRPr sz="2250" b="1">
                <a:solidFill>
                  <a:srgbClr val="D7EF9A"/>
                </a:solidFill>
                <a:latin typeface="Arial"/>
                <a:ea typeface="Arial"/>
                <a:cs typeface="Arial"/>
              </a:defRPr>
            </a:lvl8pPr>
            <a:lvl9pPr>
              <a:buNone/>
              <a:defRPr sz="2250" b="1">
                <a:solidFill>
                  <a:srgbClr val="D7EF9A"/>
                </a:solidFill>
                <a:latin typeface="Arial"/>
                <a:ea typeface="Arial"/>
                <a:cs typeface="Arial"/>
              </a:defRPr>
            </a:lvl9pPr>
          </a:lstStyle>
          <a:p xmlns:a="http://schemas.openxmlformats.org/drawingml/2006/main">
            <a:pPr>
              <a:buNone/>
              <a:defRPr sz="2250" b="1">
                <a:solidFill>
                  <a:srgbClr val="D7EF9A"/>
                </a:solidFill>
                <a:latin typeface="Arial"/>
                <a:ea typeface="Arial"/>
                <a:cs typeface="Arial"/>
              </a:defRPr>
            </a:pPr>
            <a:r>
              <a:rPr sz="2250" b="1">
                <a:solidFill>
                  <a:srgbClr val="D7EF9A"/>
                </a:solidFill>
                <a:latin typeface="Arial"/>
                <a:ea typeface="Arial"/>
                <a:cs typeface="Arial"/>
              </a:rPr>
              <a:t>0 selected bills    0 payment attempts</a:t>
            </a:r>
          </a:p>
        </p:txBody>
      </p:sp>
      <p:sp>
        <p:nvSpPr>
          <p:cNvPr id="8" name="">
            <a:extLst xmlns:a="http://schemas.openxmlformats.org/drawingml/2006/main">
              <a:ext uri="{FF2B5EF4-FFF2-40B4-BE49-F238E27FC236}">
                <a16:creationId xmlns:a16="http://schemas.microsoft.com/office/drawing/2014/main" id="{A1F100A5-26D2-4D17-8FB9-1041357BACEA}"/>
              </a:ext>
            </a:extLst>
          </p:cNvPr>
          <p:cNvSpPr>
            <a:spLocks xmlns:a="http://schemas.openxmlformats.org/drawingml/2006/main" noGrp="1"/>
          </p:cNvSpPr>
          <p:nvPr/>
        </p:nvSpPr>
        <p:spPr>
          <a:xfrm xmlns:a="http://schemas.openxmlformats.org/drawingml/2006/main">
            <a:off x="609600" y="56578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5F7F3"/>
                </a:solidFill>
                <a:latin typeface="Arial"/>
                <a:ea typeface="Arial"/>
                <a:cs typeface="Arial"/>
              </a:defRPr>
            </a:defPPr>
            <a:lvl1pPr>
              <a:buNone/>
              <a:defRPr sz="1950" b="0">
                <a:solidFill>
                  <a:srgbClr val="F5F7F3"/>
                </a:solidFill>
                <a:latin typeface="Arial"/>
                <a:ea typeface="Arial"/>
                <a:cs typeface="Arial"/>
              </a:defRPr>
            </a:lvl1pPr>
            <a:lvl2pPr>
              <a:buNone/>
              <a:defRPr sz="1950" b="0">
                <a:solidFill>
                  <a:srgbClr val="F5F7F3"/>
                </a:solidFill>
                <a:latin typeface="Arial"/>
                <a:ea typeface="Arial"/>
                <a:cs typeface="Arial"/>
              </a:defRPr>
            </a:lvl2pPr>
            <a:lvl3pPr>
              <a:buNone/>
              <a:defRPr sz="1950" b="0">
                <a:solidFill>
                  <a:srgbClr val="F5F7F3"/>
                </a:solidFill>
                <a:latin typeface="Arial"/>
                <a:ea typeface="Arial"/>
                <a:cs typeface="Arial"/>
              </a:defRPr>
            </a:lvl3pPr>
            <a:lvl4pPr>
              <a:buNone/>
              <a:defRPr sz="1950" b="0">
                <a:solidFill>
                  <a:srgbClr val="F5F7F3"/>
                </a:solidFill>
                <a:latin typeface="Arial"/>
                <a:ea typeface="Arial"/>
                <a:cs typeface="Arial"/>
              </a:defRPr>
            </a:lvl4pPr>
            <a:lvl5pPr>
              <a:buNone/>
              <a:defRPr sz="1950" b="0">
                <a:solidFill>
                  <a:srgbClr val="F5F7F3"/>
                </a:solidFill>
                <a:latin typeface="Arial"/>
                <a:ea typeface="Arial"/>
                <a:cs typeface="Arial"/>
              </a:defRPr>
            </a:lvl5pPr>
            <a:lvl6pPr>
              <a:buNone/>
              <a:defRPr sz="1950" b="0">
                <a:solidFill>
                  <a:srgbClr val="F5F7F3"/>
                </a:solidFill>
                <a:latin typeface="Arial"/>
                <a:ea typeface="Arial"/>
                <a:cs typeface="Arial"/>
              </a:defRPr>
            </a:lvl6pPr>
            <a:lvl7pPr>
              <a:buNone/>
              <a:defRPr sz="1950" b="0">
                <a:solidFill>
                  <a:srgbClr val="F5F7F3"/>
                </a:solidFill>
                <a:latin typeface="Arial"/>
                <a:ea typeface="Arial"/>
                <a:cs typeface="Arial"/>
              </a:defRPr>
            </a:lvl7pPr>
            <a:lvl8pPr>
              <a:buNone/>
              <a:defRPr sz="1950" b="0">
                <a:solidFill>
                  <a:srgbClr val="F5F7F3"/>
                </a:solidFill>
                <a:latin typeface="Arial"/>
                <a:ea typeface="Arial"/>
                <a:cs typeface="Arial"/>
              </a:defRPr>
            </a:lvl8pPr>
            <a:lvl9pPr>
              <a:buNone/>
              <a:defRPr sz="1950" b="0">
                <a:solidFill>
                  <a:srgbClr val="F5F7F3"/>
                </a:solidFill>
                <a:latin typeface="Arial"/>
                <a:ea typeface="Arial"/>
                <a:cs typeface="Arial"/>
              </a:defRPr>
            </a:lvl9pPr>
          </a:lstStyle>
          <a:p xmlns:a="http://schemas.openxmlformats.org/drawingml/2006/main">
            <a:pPr>
              <a:buNone/>
              <a:defRPr sz="1950" b="0">
                <a:solidFill>
                  <a:srgbClr val="F5F7F3"/>
                </a:solidFill>
                <a:latin typeface="Arial"/>
                <a:ea typeface="Arial"/>
                <a:cs typeface="Arial"/>
              </a:defRPr>
            </a:pPr>
            <a:r>
              <a:rPr sz="1950" b="0">
                <a:solidFill>
                  <a:srgbClr val="F5F7F3"/>
                </a:solidFill>
                <a:latin typeface="Arial"/>
                <a:ea typeface="Arial"/>
                <a:cs typeface="Arial"/>
              </a:rPr>
              <a:t>A valid payment plan still needs a separate confirmation</a:t>
            </a:r>
          </a:p>
        </p:txBody>
      </p:sp>
      <p:sp>
        <p:nvSpPr>
          <p:cNvPr id="9" name="">
            <a:extLst xmlns:a="http://schemas.openxmlformats.org/drawingml/2006/main">
              <a:ext uri="{FF2B5EF4-FFF2-40B4-BE49-F238E27FC236}">
                <a16:creationId xmlns:a16="http://schemas.microsoft.com/office/drawing/2014/main" id="{68097445-17EB-40E8-8DDA-0713C6315FB7}"/>
              </a:ext>
            </a:extLst>
          </p:cNvPr>
          <p:cNvSpPr>
            <a:spLocks xmlns:a="http://schemas.openxmlformats.org/drawingml/2006/main" noGrp="1"/>
          </p:cNvSpPr>
          <p:nvPr/>
        </p:nvSpPr>
        <p:spPr>
          <a:xfrm xmlns:a="http://schemas.openxmlformats.org/drawingml/2006/main">
            <a:off x="609600" y="62579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DB7"/>
                </a:solidFill>
                <a:latin typeface="Arial"/>
                <a:ea typeface="Arial"/>
                <a:cs typeface="Arial"/>
              </a:defRPr>
            </a:defPPr>
            <a:lvl1pPr>
              <a:buNone/>
              <a:defRPr sz="1350" b="0">
                <a:solidFill>
                  <a:srgbClr val="B7CDB7"/>
                </a:solidFill>
                <a:latin typeface="Arial"/>
                <a:ea typeface="Arial"/>
                <a:cs typeface="Arial"/>
              </a:defRPr>
            </a:lvl1pPr>
            <a:lvl2pPr>
              <a:buNone/>
              <a:defRPr sz="1350" b="0">
                <a:solidFill>
                  <a:srgbClr val="B7CDB7"/>
                </a:solidFill>
                <a:latin typeface="Arial"/>
                <a:ea typeface="Arial"/>
                <a:cs typeface="Arial"/>
              </a:defRPr>
            </a:lvl2pPr>
            <a:lvl3pPr>
              <a:buNone/>
              <a:defRPr sz="1350" b="0">
                <a:solidFill>
                  <a:srgbClr val="B7CDB7"/>
                </a:solidFill>
                <a:latin typeface="Arial"/>
                <a:ea typeface="Arial"/>
                <a:cs typeface="Arial"/>
              </a:defRPr>
            </a:lvl3pPr>
            <a:lvl4pPr>
              <a:buNone/>
              <a:defRPr sz="1350" b="0">
                <a:solidFill>
                  <a:srgbClr val="B7CDB7"/>
                </a:solidFill>
                <a:latin typeface="Arial"/>
                <a:ea typeface="Arial"/>
                <a:cs typeface="Arial"/>
              </a:defRPr>
            </a:lvl4pPr>
            <a:lvl5pPr>
              <a:buNone/>
              <a:defRPr sz="1350" b="0">
                <a:solidFill>
                  <a:srgbClr val="B7CDB7"/>
                </a:solidFill>
                <a:latin typeface="Arial"/>
                <a:ea typeface="Arial"/>
                <a:cs typeface="Arial"/>
              </a:defRPr>
            </a:lvl5pPr>
            <a:lvl6pPr>
              <a:buNone/>
              <a:defRPr sz="1350" b="0">
                <a:solidFill>
                  <a:srgbClr val="B7CDB7"/>
                </a:solidFill>
                <a:latin typeface="Arial"/>
                <a:ea typeface="Arial"/>
                <a:cs typeface="Arial"/>
              </a:defRPr>
            </a:lvl6pPr>
            <a:lvl7pPr>
              <a:buNone/>
              <a:defRPr sz="1350" b="0">
                <a:solidFill>
                  <a:srgbClr val="B7CDB7"/>
                </a:solidFill>
                <a:latin typeface="Arial"/>
                <a:ea typeface="Arial"/>
                <a:cs typeface="Arial"/>
              </a:defRPr>
            </a:lvl7pPr>
            <a:lvl8pPr>
              <a:buNone/>
              <a:defRPr sz="1350" b="0">
                <a:solidFill>
                  <a:srgbClr val="B7CDB7"/>
                </a:solidFill>
                <a:latin typeface="Arial"/>
                <a:ea typeface="Arial"/>
                <a:cs typeface="Arial"/>
              </a:defRPr>
            </a:lvl8pPr>
            <a:lvl9pPr>
              <a:buNone/>
              <a:defRPr sz="1350" b="0">
                <a:solidFill>
                  <a:srgbClr val="B7CDB7"/>
                </a:solidFill>
                <a:latin typeface="Arial"/>
                <a:ea typeface="Arial"/>
                <a:cs typeface="Arial"/>
              </a:defRPr>
            </a:lvl9pPr>
          </a:lstStyle>
          <a:p xmlns:a="http://schemas.openxmlformats.org/drawingml/2006/main">
            <a:pPr>
              <a:buNone/>
              <a:defRPr sz="1350" b="0">
                <a:solidFill>
                  <a:srgbClr val="B7CDB7"/>
                </a:solidFill>
                <a:latin typeface="Arial"/>
                <a:ea typeface="Arial"/>
                <a:cs typeface="Arial"/>
              </a:defRPr>
            </a:pPr>
            <a:r>
              <a:rPr sz="1350" b="0">
                <a:solidFill>
                  <a:srgbClr val="B7CDB7"/>
                </a:solidFill>
                <a:latin typeface="Arial"/>
                <a:ea typeface="Arial"/>
                <a:cs typeface="Arial"/>
              </a:rPr>
              <a:t>Saved live Groq interaction · 19 October 2026 · Sepolia workspace</a:t>
            </a:r>
          </a:p>
        </p:txBody>
      </p:sp>
    </p:spTree>
    <p:extLst>
      <p:ext uri="{BB962C8B-B14F-4D97-AF65-F5344CB8AC3E}">
        <p14:creationId xmlns:p14="http://schemas.microsoft.com/office/powerpoint/2010/main" val="1115676128"/>
      </p:ext>
    </p:extLst>
  </p:cSld>
</p:sld>
</file>

<file path=ppt/slides/slide6.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63AC2C-E902-48DE-A6DA-77D2350B64D9}"/>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C2E"/>
                </a:solidFill>
                <a:latin typeface="Arial"/>
                <a:ea typeface="Arial"/>
                <a:cs typeface="Arial"/>
              </a:defRPr>
            </a:defPPr>
            <a:lvl1pPr>
              <a:buNone/>
              <a:defRPr sz="3300" b="1">
                <a:solidFill>
                  <a:srgbClr val="123C2E"/>
                </a:solidFill>
                <a:latin typeface="Arial"/>
                <a:ea typeface="Arial"/>
                <a:cs typeface="Arial"/>
              </a:defRPr>
            </a:lvl1pPr>
            <a:lvl2pPr>
              <a:buNone/>
              <a:defRPr sz="3300" b="1">
                <a:solidFill>
                  <a:srgbClr val="123C2E"/>
                </a:solidFill>
                <a:latin typeface="Arial"/>
                <a:ea typeface="Arial"/>
                <a:cs typeface="Arial"/>
              </a:defRPr>
            </a:lvl2pPr>
            <a:lvl3pPr>
              <a:buNone/>
              <a:defRPr sz="3300" b="1">
                <a:solidFill>
                  <a:srgbClr val="123C2E"/>
                </a:solidFill>
                <a:latin typeface="Arial"/>
                <a:ea typeface="Arial"/>
                <a:cs typeface="Arial"/>
              </a:defRPr>
            </a:lvl3pPr>
            <a:lvl4pPr>
              <a:buNone/>
              <a:defRPr sz="3300" b="1">
                <a:solidFill>
                  <a:srgbClr val="123C2E"/>
                </a:solidFill>
                <a:latin typeface="Arial"/>
                <a:ea typeface="Arial"/>
                <a:cs typeface="Arial"/>
              </a:defRPr>
            </a:lvl4pPr>
            <a:lvl5pPr>
              <a:buNone/>
              <a:defRPr sz="3300" b="1">
                <a:solidFill>
                  <a:srgbClr val="123C2E"/>
                </a:solidFill>
                <a:latin typeface="Arial"/>
                <a:ea typeface="Arial"/>
                <a:cs typeface="Arial"/>
              </a:defRPr>
            </a:lvl5pPr>
            <a:lvl6pPr>
              <a:buNone/>
              <a:defRPr sz="3300" b="1">
                <a:solidFill>
                  <a:srgbClr val="123C2E"/>
                </a:solidFill>
                <a:latin typeface="Arial"/>
                <a:ea typeface="Arial"/>
                <a:cs typeface="Arial"/>
              </a:defRPr>
            </a:lvl6pPr>
            <a:lvl7pPr>
              <a:buNone/>
              <a:defRPr sz="3300" b="1">
                <a:solidFill>
                  <a:srgbClr val="123C2E"/>
                </a:solidFill>
                <a:latin typeface="Arial"/>
                <a:ea typeface="Arial"/>
                <a:cs typeface="Arial"/>
              </a:defRPr>
            </a:lvl7pPr>
            <a:lvl8pPr>
              <a:buNone/>
              <a:defRPr sz="3300" b="1">
                <a:solidFill>
                  <a:srgbClr val="123C2E"/>
                </a:solidFill>
                <a:latin typeface="Arial"/>
                <a:ea typeface="Arial"/>
                <a:cs typeface="Arial"/>
              </a:defRPr>
            </a:lvl8pPr>
            <a:lvl9pPr>
              <a:buNone/>
              <a:defRPr sz="3300" b="1">
                <a:solidFill>
                  <a:srgbClr val="123C2E"/>
                </a:solidFill>
                <a:latin typeface="Arial"/>
                <a:ea typeface="Arial"/>
                <a:cs typeface="Arial"/>
              </a:defRPr>
            </a:lvl9pPr>
          </a:lstStyle>
          <a:p xmlns:a="http://schemas.openxmlformats.org/drawingml/2006/main">
            <a:pPr>
              <a:buNone/>
              <a:defRPr sz="3300" b="1">
                <a:solidFill>
                  <a:srgbClr val="123C2E"/>
                </a:solidFill>
                <a:latin typeface="Arial"/>
                <a:ea typeface="Arial"/>
                <a:cs typeface="Arial"/>
              </a:defRPr>
            </a:pPr>
            <a:r>
              <a:rPr sz="3300" b="1">
                <a:solidFill>
                  <a:srgbClr val="123C2E"/>
                </a:solidFill>
                <a:latin typeface="Arial"/>
                <a:ea typeface="Arial"/>
                <a:cs typeface="Arial"/>
              </a:rPr>
              <a:t>The recorded Sepolia payment batch</a:t>
            </a:r>
          </a:p>
        </p:txBody>
      </p:sp>
      <p:sp>
        <p:nvSpPr>
          <p:cNvPr id="2" name="">
            <a:extLst xmlns:a="http://schemas.openxmlformats.org/drawingml/2006/main">
              <a:ext uri="{FF2B5EF4-FFF2-40B4-BE49-F238E27FC236}">
                <a16:creationId xmlns:a16="http://schemas.microsoft.com/office/drawing/2014/main" id="{B4DC79E9-38C0-480A-98CF-3E2EE767AA7E}"/>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94B"/>
                </a:solidFill>
                <a:latin typeface="Arial"/>
                <a:ea typeface="Arial"/>
                <a:cs typeface="Arial"/>
              </a:defRPr>
            </a:defPPr>
            <a:lvl1pPr>
              <a:buNone/>
              <a:defRPr sz="1275" b="0">
                <a:solidFill>
                  <a:srgbClr val="53694B"/>
                </a:solidFill>
                <a:latin typeface="Arial"/>
                <a:ea typeface="Arial"/>
                <a:cs typeface="Arial"/>
              </a:defRPr>
            </a:lvl1pPr>
            <a:lvl2pPr>
              <a:buNone/>
              <a:defRPr sz="1275" b="0">
                <a:solidFill>
                  <a:srgbClr val="53694B"/>
                </a:solidFill>
                <a:latin typeface="Arial"/>
                <a:ea typeface="Arial"/>
                <a:cs typeface="Arial"/>
              </a:defRPr>
            </a:lvl2pPr>
            <a:lvl3pPr>
              <a:buNone/>
              <a:defRPr sz="1275" b="0">
                <a:solidFill>
                  <a:srgbClr val="53694B"/>
                </a:solidFill>
                <a:latin typeface="Arial"/>
                <a:ea typeface="Arial"/>
                <a:cs typeface="Arial"/>
              </a:defRPr>
            </a:lvl3pPr>
            <a:lvl4pPr>
              <a:buNone/>
              <a:defRPr sz="1275" b="0">
                <a:solidFill>
                  <a:srgbClr val="53694B"/>
                </a:solidFill>
                <a:latin typeface="Arial"/>
                <a:ea typeface="Arial"/>
                <a:cs typeface="Arial"/>
              </a:defRPr>
            </a:lvl4pPr>
            <a:lvl5pPr>
              <a:buNone/>
              <a:defRPr sz="1275" b="0">
                <a:solidFill>
                  <a:srgbClr val="53694B"/>
                </a:solidFill>
                <a:latin typeface="Arial"/>
                <a:ea typeface="Arial"/>
                <a:cs typeface="Arial"/>
              </a:defRPr>
            </a:lvl5pPr>
            <a:lvl6pPr>
              <a:buNone/>
              <a:defRPr sz="1275" b="0">
                <a:solidFill>
                  <a:srgbClr val="53694B"/>
                </a:solidFill>
                <a:latin typeface="Arial"/>
                <a:ea typeface="Arial"/>
                <a:cs typeface="Arial"/>
              </a:defRPr>
            </a:lvl6pPr>
            <a:lvl7pPr>
              <a:buNone/>
              <a:defRPr sz="1275" b="0">
                <a:solidFill>
                  <a:srgbClr val="53694B"/>
                </a:solidFill>
                <a:latin typeface="Arial"/>
                <a:ea typeface="Arial"/>
                <a:cs typeface="Arial"/>
              </a:defRPr>
            </a:lvl7pPr>
            <a:lvl8pPr>
              <a:buNone/>
              <a:defRPr sz="1275" b="0">
                <a:solidFill>
                  <a:srgbClr val="53694B"/>
                </a:solidFill>
                <a:latin typeface="Arial"/>
                <a:ea typeface="Arial"/>
                <a:cs typeface="Arial"/>
              </a:defRPr>
            </a:lvl8pPr>
            <a:lvl9pPr>
              <a:buNone/>
              <a:defRPr sz="1275" b="0">
                <a:solidFill>
                  <a:srgbClr val="53694B"/>
                </a:solidFill>
                <a:latin typeface="Arial"/>
                <a:ea typeface="Arial"/>
                <a:cs typeface="Arial"/>
              </a:defRPr>
            </a:lvl9pPr>
          </a:lstStyle>
          <a:p xmlns:a="http://schemas.openxmlformats.org/drawingml/2006/main">
            <a:pPr>
              <a:buNone/>
              <a:defRPr sz="1275" b="0">
                <a:solidFill>
                  <a:srgbClr val="53694B"/>
                </a:solidFill>
                <a:latin typeface="Arial"/>
                <a:ea typeface="Arial"/>
                <a:cs typeface="Arial"/>
              </a:defRPr>
            </a:pPr>
            <a:r>
              <a:rPr sz="1275" b="0">
                <a:solidFill>
                  <a:srgbClr val="53694B"/>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EA6BB14B-41A3-43DD-AA6C-F6448B3CC074}"/>
              </a:ext>
            </a:extLst>
          </p:cNvPr>
          <p:cNvGraphicFramePr/>
          <p:nvPr/>
        </p:nvGraphicFramePr>
        <p:xfrm>
          <a:off xmlns:a="http://schemas.openxmlformats.org/drawingml/2006/main" x="609600" y="1495425"/>
          <a:ext xmlns:a="http://schemas.openxmlformats.org/drawingml/2006/main" cx="10972800" cy="2476500"/>
        </p:xfrm>
        <a:graphic xmlns:a="http://schemas.openxmlformats.org/drawingml/2006/main">
          <a:graphicData uri="http://schemas.openxmlformats.org/drawingml/2006/table">
            <a:tbl>
              <a:tblPr/>
              <a:tblGrid>
                <a:gridCol w="3143250"/>
                <a:gridCol w="2286000"/>
                <a:gridCol w="5543550"/>
              </a:tblGrid>
              <a:tr h="619125">
                <a:tc>
                  <a:txBody>
                    <a:bodyPr/>
                    <a:lstStyle/>
                    <a:p>
                      <a:r>
                        <a:rPr sz="1950" b="1">
                          <a:solidFill>
                            <a:srgbClr val="F5F7F3"/>
                          </a:solidFill>
                          <a:latin typeface="Arial"/>
                          <a:ea typeface="Arial"/>
                          <a:cs typeface="Arial"/>
                        </a:rPr>
                        <a:t>Bill</a:t>
                      </a:r>
                    </a:p>
                  </a:txBody>
                  <a:tcPr marL="91440" marR="91440" marT="45720" marB="45720">
                    <a:lnL w="9525">
                      <a:solidFill>
                        <a:srgbClr val="D8E1D3"/>
                      </a:solidFill>
                      <a:prstDash val="solid"/>
                    </a:lnL>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c>
                  <a:txBody>
                    <a:bodyPr/>
                    <a:lstStyle/>
                    <a:p>
                      <a:r>
                        <a:rPr sz="1950" b="1">
                          <a:solidFill>
                            <a:srgbClr val="F5F7F3"/>
                          </a:solidFill>
                          <a:latin typeface="Arial"/>
                          <a:ea typeface="Arial"/>
                          <a:cs typeface="Arial"/>
                        </a:rPr>
                        <a:t>Amount MDT</a:t>
                      </a:r>
                    </a:p>
                  </a:txBody>
                  <a:tcPr marL="91440" marR="91440" marT="45720" marB="45720">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c>
                  <a:txBody>
                    <a:bodyPr/>
                    <a:lstStyle/>
                    <a:p>
                      <a:r>
                        <a:rPr sz="1950" b="1">
                          <a:solidFill>
                            <a:srgbClr val="F5F7F3"/>
                          </a:solidFill>
                          <a:latin typeface="Arial"/>
                          <a:ea typeface="Arial"/>
                          <a:cs typeface="Arial"/>
                        </a:rPr>
                        <a:t>Outcome on 19 October</a:t>
                      </a:r>
                    </a:p>
                  </a:txBody>
                  <a:tcPr marL="91440" marR="91440" marT="45720" marB="45720">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r>
              <a:tr h="619125">
                <a:tc>
                  <a:txBody>
                    <a:bodyPr/>
                    <a:lstStyle/>
                    <a:p>
                      <a:r>
                        <a:rPr sz="1950" b="0">
                          <a:solidFill>
                            <a:srgbClr val="123C2E"/>
                          </a:solidFill>
                          <a:latin typeface="Arial"/>
                          <a:ea typeface="Arial"/>
                          <a:cs typeface="Arial"/>
                        </a:rPr>
                        <a:t>HOST-1001</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200</a:t>
                      </a:r>
                    </a:p>
                  </a:txBody>
                  <a:tcPr marL="91440" marR="91440" marT="45720" marB="45720">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Paid, matching receipt</a:t>
                      </a:r>
                    </a:p>
                  </a:txBody>
                  <a:tcPr marL="91440" marR="91440" marT="45720" marB="45720">
                    <a:lnR w="9525">
                      <a:solidFill>
                        <a:srgbClr val="D8E1D3"/>
                      </a:solidFill>
                      <a:prstDash val="solid"/>
                    </a:lnR>
                    <a:lnB w="9525">
                      <a:solidFill>
                        <a:srgbClr val="D8E1D3"/>
                      </a:solidFill>
                      <a:prstDash val="solid"/>
                    </a:lnB>
                    <a:solidFill>
                      <a:srgbClr val="FFFFFF"/>
                    </a:solidFill>
                  </a:tcPr>
                </a:tc>
              </a:tr>
              <a:tr h="619125">
                <a:tc>
                  <a:txBody>
                    <a:bodyPr/>
                    <a:lstStyle/>
                    <a:p>
                      <a:r>
                        <a:rPr sz="1950" b="0">
                          <a:solidFill>
                            <a:srgbClr val="123C2E"/>
                          </a:solidFill>
                          <a:latin typeface="Arial"/>
                          <a:ea typeface="Arial"/>
                          <a:cs typeface="Arial"/>
                        </a:rPr>
                        <a:t>ART-2001</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150</a:t>
                      </a:r>
                    </a:p>
                  </a:txBody>
                  <a:tcPr marL="91440" marR="91440" marT="45720" marB="45720">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Paid, matching receipt</a:t>
                      </a:r>
                    </a:p>
                  </a:txBody>
                  <a:tcPr marL="91440" marR="91440" marT="45720" marB="45720">
                    <a:lnR w="9525">
                      <a:solidFill>
                        <a:srgbClr val="D8E1D3"/>
                      </a:solidFill>
                      <a:prstDash val="solid"/>
                    </a:lnR>
                    <a:lnB w="9525">
                      <a:solidFill>
                        <a:srgbClr val="D8E1D3"/>
                      </a:solidFill>
                      <a:prstDash val="solid"/>
                    </a:lnB>
                    <a:solidFill>
                      <a:srgbClr val="EDF2E7"/>
                    </a:solidFill>
                  </a:tcPr>
                </a:tc>
              </a:tr>
              <a:tr h="619125">
                <a:tc>
                  <a:txBody>
                    <a:bodyPr/>
                    <a:lstStyle/>
                    <a:p>
                      <a:r>
                        <a:rPr sz="1950" b="0">
                          <a:solidFill>
                            <a:srgbClr val="123C2E"/>
                          </a:solidFill>
                          <a:latin typeface="Arial"/>
                          <a:ea typeface="Arial"/>
                          <a:cs typeface="Arial"/>
                        </a:rPr>
                        <a:t>HOST-1002</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75</a:t>
                      </a:r>
                    </a:p>
                  </a:txBody>
                  <a:tcPr marL="91440" marR="91440" marT="45720" marB="45720">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Deferred by the daily limit</a:t>
                      </a:r>
                    </a:p>
                  </a:txBody>
                  <a:tcPr marL="91440" marR="91440" marT="45720" marB="45720">
                    <a:lnR w="9525">
                      <a:solidFill>
                        <a:srgbClr val="D8E1D3"/>
                      </a:solidFill>
                      <a:prstDash val="solid"/>
                    </a:lnR>
                    <a:lnB w="9525">
                      <a:solidFill>
                        <a:srgbClr val="D8E1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B24D790-7AE6-4AFA-BE74-C9D059096904}"/>
              </a:ext>
            </a:extLst>
          </p:cNvPr>
          <p:cNvSpPr>
            <a:spLocks xmlns:a="http://schemas.openxmlformats.org/drawingml/2006/main" noGrp="1"/>
          </p:cNvSpPr>
          <p:nvPr/>
        </p:nvSpPr>
        <p:spPr>
          <a:xfrm xmlns:a="http://schemas.openxmlformats.org/drawingml/2006/main">
            <a:off x="609600" y="43243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23C2E"/>
                </a:solidFill>
                <a:latin typeface="Arial"/>
                <a:ea typeface="Arial"/>
                <a:cs typeface="Arial"/>
              </a:defRPr>
            </a:defPPr>
            <a:lvl1pPr>
              <a:buNone/>
              <a:defRPr sz="2925" b="1">
                <a:solidFill>
                  <a:srgbClr val="123C2E"/>
                </a:solidFill>
                <a:latin typeface="Arial"/>
                <a:ea typeface="Arial"/>
                <a:cs typeface="Arial"/>
              </a:defRPr>
            </a:lvl1pPr>
            <a:lvl2pPr>
              <a:buNone/>
              <a:defRPr sz="2925" b="1">
                <a:solidFill>
                  <a:srgbClr val="123C2E"/>
                </a:solidFill>
                <a:latin typeface="Arial"/>
                <a:ea typeface="Arial"/>
                <a:cs typeface="Arial"/>
              </a:defRPr>
            </a:lvl2pPr>
            <a:lvl3pPr>
              <a:buNone/>
              <a:defRPr sz="2925" b="1">
                <a:solidFill>
                  <a:srgbClr val="123C2E"/>
                </a:solidFill>
                <a:latin typeface="Arial"/>
                <a:ea typeface="Arial"/>
                <a:cs typeface="Arial"/>
              </a:defRPr>
            </a:lvl3pPr>
            <a:lvl4pPr>
              <a:buNone/>
              <a:defRPr sz="2925" b="1">
                <a:solidFill>
                  <a:srgbClr val="123C2E"/>
                </a:solidFill>
                <a:latin typeface="Arial"/>
                <a:ea typeface="Arial"/>
                <a:cs typeface="Arial"/>
              </a:defRPr>
            </a:lvl4pPr>
            <a:lvl5pPr>
              <a:buNone/>
              <a:defRPr sz="2925" b="1">
                <a:solidFill>
                  <a:srgbClr val="123C2E"/>
                </a:solidFill>
                <a:latin typeface="Arial"/>
                <a:ea typeface="Arial"/>
                <a:cs typeface="Arial"/>
              </a:defRPr>
            </a:lvl5pPr>
            <a:lvl6pPr>
              <a:buNone/>
              <a:defRPr sz="2925" b="1">
                <a:solidFill>
                  <a:srgbClr val="123C2E"/>
                </a:solidFill>
                <a:latin typeface="Arial"/>
                <a:ea typeface="Arial"/>
                <a:cs typeface="Arial"/>
              </a:defRPr>
            </a:lvl6pPr>
            <a:lvl7pPr>
              <a:buNone/>
              <a:defRPr sz="2925" b="1">
                <a:solidFill>
                  <a:srgbClr val="123C2E"/>
                </a:solidFill>
                <a:latin typeface="Arial"/>
                <a:ea typeface="Arial"/>
                <a:cs typeface="Arial"/>
              </a:defRPr>
            </a:lvl7pPr>
            <a:lvl8pPr>
              <a:buNone/>
              <a:defRPr sz="2925" b="1">
                <a:solidFill>
                  <a:srgbClr val="123C2E"/>
                </a:solidFill>
                <a:latin typeface="Arial"/>
                <a:ea typeface="Arial"/>
                <a:cs typeface="Arial"/>
              </a:defRPr>
            </a:lvl8pPr>
            <a:lvl9pPr>
              <a:buNone/>
              <a:defRPr sz="2925" b="1">
                <a:solidFill>
                  <a:srgbClr val="123C2E"/>
                </a:solidFill>
                <a:latin typeface="Arial"/>
                <a:ea typeface="Arial"/>
                <a:cs typeface="Arial"/>
              </a:defRPr>
            </a:lvl9pPr>
          </a:lstStyle>
          <a:p xmlns:a="http://schemas.openxmlformats.org/drawingml/2006/main">
            <a:pPr>
              <a:buNone/>
              <a:defRPr sz="2925" b="1">
                <a:solidFill>
                  <a:srgbClr val="123C2E"/>
                </a:solidFill>
                <a:latin typeface="Arial"/>
                <a:ea typeface="Arial"/>
                <a:cs typeface="Arial"/>
              </a:defRPr>
            </a:pPr>
            <a:r>
              <a:rPr sz="2925" b="1">
                <a:solidFill>
                  <a:srgbClr val="123C2E"/>
                </a:solidFill>
                <a:latin typeface="Arial"/>
                <a:ea typeface="Arial"/>
                <a:cs typeface="Arial"/>
              </a:rPr>
              <a:t>1,000 starting − 350 paid = 650 MDT remaining</a:t>
            </a:r>
          </a:p>
        </p:txBody>
      </p:sp>
      <p:sp>
        <p:nvSpPr>
          <p:cNvPr id="5" name="">
            <a:extLst xmlns:a="http://schemas.openxmlformats.org/drawingml/2006/main">
              <a:ext uri="{FF2B5EF4-FFF2-40B4-BE49-F238E27FC236}">
                <a16:creationId xmlns:a16="http://schemas.microsoft.com/office/drawing/2014/main" id="{55C529CB-F73F-4F86-8A11-0634B1BC50BE}"/>
              </a:ext>
            </a:extLst>
          </p:cNvPr>
          <p:cNvSpPr>
            <a:spLocks xmlns:a="http://schemas.openxmlformats.org/drawingml/2006/main" noGrp="1"/>
          </p:cNvSpPr>
          <p:nvPr/>
        </p:nvSpPr>
        <p:spPr>
          <a:xfrm xmlns:a="http://schemas.openxmlformats.org/drawingml/2006/main">
            <a:off x="609600" y="50577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94B"/>
                </a:solidFill>
                <a:latin typeface="Arial"/>
                <a:ea typeface="Arial"/>
                <a:cs typeface="Arial"/>
              </a:defRPr>
            </a:defPPr>
            <a:lvl1pPr>
              <a:buNone/>
              <a:defRPr sz="1950" b="0">
                <a:solidFill>
                  <a:srgbClr val="53694B"/>
                </a:solidFill>
                <a:latin typeface="Arial"/>
                <a:ea typeface="Arial"/>
                <a:cs typeface="Arial"/>
              </a:defRPr>
            </a:lvl1pPr>
            <a:lvl2pPr>
              <a:buNone/>
              <a:defRPr sz="1950" b="0">
                <a:solidFill>
                  <a:srgbClr val="53694B"/>
                </a:solidFill>
                <a:latin typeface="Arial"/>
                <a:ea typeface="Arial"/>
                <a:cs typeface="Arial"/>
              </a:defRPr>
            </a:lvl2pPr>
            <a:lvl3pPr>
              <a:buNone/>
              <a:defRPr sz="1950" b="0">
                <a:solidFill>
                  <a:srgbClr val="53694B"/>
                </a:solidFill>
                <a:latin typeface="Arial"/>
                <a:ea typeface="Arial"/>
                <a:cs typeface="Arial"/>
              </a:defRPr>
            </a:lvl3pPr>
            <a:lvl4pPr>
              <a:buNone/>
              <a:defRPr sz="1950" b="0">
                <a:solidFill>
                  <a:srgbClr val="53694B"/>
                </a:solidFill>
                <a:latin typeface="Arial"/>
                <a:ea typeface="Arial"/>
                <a:cs typeface="Arial"/>
              </a:defRPr>
            </a:lvl4pPr>
            <a:lvl5pPr>
              <a:buNone/>
              <a:defRPr sz="1950" b="0">
                <a:solidFill>
                  <a:srgbClr val="53694B"/>
                </a:solidFill>
                <a:latin typeface="Arial"/>
                <a:ea typeface="Arial"/>
                <a:cs typeface="Arial"/>
              </a:defRPr>
            </a:lvl5pPr>
            <a:lvl6pPr>
              <a:buNone/>
              <a:defRPr sz="1950" b="0">
                <a:solidFill>
                  <a:srgbClr val="53694B"/>
                </a:solidFill>
                <a:latin typeface="Arial"/>
                <a:ea typeface="Arial"/>
                <a:cs typeface="Arial"/>
              </a:defRPr>
            </a:lvl6pPr>
            <a:lvl7pPr>
              <a:buNone/>
              <a:defRPr sz="1950" b="0">
                <a:solidFill>
                  <a:srgbClr val="53694B"/>
                </a:solidFill>
                <a:latin typeface="Arial"/>
                <a:ea typeface="Arial"/>
                <a:cs typeface="Arial"/>
              </a:defRPr>
            </a:lvl7pPr>
            <a:lvl8pPr>
              <a:buNone/>
              <a:defRPr sz="1950" b="0">
                <a:solidFill>
                  <a:srgbClr val="53694B"/>
                </a:solidFill>
                <a:latin typeface="Arial"/>
                <a:ea typeface="Arial"/>
                <a:cs typeface="Arial"/>
              </a:defRPr>
            </a:lvl8pPr>
            <a:lvl9pPr>
              <a:buNone/>
              <a:defRPr sz="1950" b="0">
                <a:solidFill>
                  <a:srgbClr val="53694B"/>
                </a:solidFill>
                <a:latin typeface="Arial"/>
                <a:ea typeface="Arial"/>
                <a:cs typeface="Arial"/>
              </a:defRPr>
            </a:lvl9pPr>
          </a:lstStyle>
          <a:p xmlns:a="http://schemas.openxmlformats.org/drawingml/2006/main">
            <a:pPr>
              <a:buNone/>
              <a:defRPr sz="1950" b="0">
                <a:solidFill>
                  <a:srgbClr val="53694B"/>
                </a:solidFill>
                <a:latin typeface="Arial"/>
                <a:ea typeface="Arial"/>
                <a:cs typeface="Arial"/>
              </a:defRPr>
            </a:pPr>
            <a:r>
              <a:rPr sz="1950" b="0">
                <a:solidFill>
                  <a:srgbClr val="53694B"/>
                </a:solidFill>
                <a:latin typeface="Arial"/>
                <a:ea typeface="Arial"/>
                <a:cs typeface="Arial"/>
              </a:rPr>
              <a:t>250 MDT per bill · 400 per UTC day · 300 minimum reserve</a:t>
            </a:r>
          </a:p>
        </p:txBody>
      </p:sp>
      <p:sp>
        <p:nvSpPr>
          <p:cNvPr id="6" name="">
            <a:extLst xmlns:a="http://schemas.openxmlformats.org/drawingml/2006/main">
              <a:ext uri="{FF2B5EF4-FFF2-40B4-BE49-F238E27FC236}">
                <a16:creationId xmlns:a16="http://schemas.microsoft.com/office/drawing/2014/main" id="{E7D094CF-DF56-435E-9970-8C193CF43652}"/>
              </a:ext>
            </a:extLst>
          </p:cNvPr>
          <p:cNvSpPr>
            <a:spLocks xmlns:a="http://schemas.openxmlformats.org/drawingml/2006/main" noGrp="1"/>
          </p:cNvSpPr>
          <p:nvPr/>
        </p:nvSpPr>
        <p:spPr>
          <a:xfrm xmlns:a="http://schemas.openxmlformats.org/drawingml/2006/main">
            <a:off x="609600" y="5648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C2E"/>
                </a:solidFill>
                <a:latin typeface="Arial"/>
                <a:ea typeface="Arial"/>
                <a:cs typeface="Arial"/>
              </a:defRPr>
            </a:defPPr>
            <a:lvl1pPr>
              <a:buNone/>
              <a:defRPr sz="2100" b="1">
                <a:solidFill>
                  <a:srgbClr val="123C2E"/>
                </a:solidFill>
                <a:latin typeface="Arial"/>
                <a:ea typeface="Arial"/>
                <a:cs typeface="Arial"/>
              </a:defRPr>
            </a:lvl1pPr>
            <a:lvl2pPr>
              <a:buNone/>
              <a:defRPr sz="2100" b="1">
                <a:solidFill>
                  <a:srgbClr val="123C2E"/>
                </a:solidFill>
                <a:latin typeface="Arial"/>
                <a:ea typeface="Arial"/>
                <a:cs typeface="Arial"/>
              </a:defRPr>
            </a:lvl2pPr>
            <a:lvl3pPr>
              <a:buNone/>
              <a:defRPr sz="2100" b="1">
                <a:solidFill>
                  <a:srgbClr val="123C2E"/>
                </a:solidFill>
                <a:latin typeface="Arial"/>
                <a:ea typeface="Arial"/>
                <a:cs typeface="Arial"/>
              </a:defRPr>
            </a:lvl3pPr>
            <a:lvl4pPr>
              <a:buNone/>
              <a:defRPr sz="2100" b="1">
                <a:solidFill>
                  <a:srgbClr val="123C2E"/>
                </a:solidFill>
                <a:latin typeface="Arial"/>
                <a:ea typeface="Arial"/>
                <a:cs typeface="Arial"/>
              </a:defRPr>
            </a:lvl4pPr>
            <a:lvl5pPr>
              <a:buNone/>
              <a:defRPr sz="2100" b="1">
                <a:solidFill>
                  <a:srgbClr val="123C2E"/>
                </a:solidFill>
                <a:latin typeface="Arial"/>
                <a:ea typeface="Arial"/>
                <a:cs typeface="Arial"/>
              </a:defRPr>
            </a:lvl5pPr>
            <a:lvl6pPr>
              <a:buNone/>
              <a:defRPr sz="2100" b="1">
                <a:solidFill>
                  <a:srgbClr val="123C2E"/>
                </a:solidFill>
                <a:latin typeface="Arial"/>
                <a:ea typeface="Arial"/>
                <a:cs typeface="Arial"/>
              </a:defRPr>
            </a:lvl6pPr>
            <a:lvl7pPr>
              <a:buNone/>
              <a:defRPr sz="2100" b="1">
                <a:solidFill>
                  <a:srgbClr val="123C2E"/>
                </a:solidFill>
                <a:latin typeface="Arial"/>
                <a:ea typeface="Arial"/>
                <a:cs typeface="Arial"/>
              </a:defRPr>
            </a:lvl7pPr>
            <a:lvl8pPr>
              <a:buNone/>
              <a:defRPr sz="2100" b="1">
                <a:solidFill>
                  <a:srgbClr val="123C2E"/>
                </a:solidFill>
                <a:latin typeface="Arial"/>
                <a:ea typeface="Arial"/>
                <a:cs typeface="Arial"/>
              </a:defRPr>
            </a:lvl8pPr>
            <a:lvl9pPr>
              <a:buNone/>
              <a:defRPr sz="2100" b="1">
                <a:solidFill>
                  <a:srgbClr val="123C2E"/>
                </a:solidFill>
                <a:latin typeface="Arial"/>
                <a:ea typeface="Arial"/>
                <a:cs typeface="Arial"/>
              </a:defRPr>
            </a:lvl9pPr>
          </a:lstStyle>
          <a:p xmlns:a="http://schemas.openxmlformats.org/drawingml/2006/main">
            <a:pPr>
              <a:buNone/>
              <a:defRPr sz="2100" b="1">
                <a:solidFill>
                  <a:srgbClr val="123C2E"/>
                </a:solidFill>
                <a:latin typeface="Arial"/>
                <a:ea typeface="Arial"/>
                <a:cs typeface="Arial"/>
              </a:defRPr>
            </a:pPr>
            <a:r>
              <a:rPr sz="2100" b="1">
                <a:solidFill>
                  <a:srgbClr val="123C2E"/>
                </a:solidFill>
                <a:latin typeface="Arial"/>
                <a:ea typeface="Arial"/>
                <a:cs typeface="Arial"/>
              </a:rPr>
              <a:t>Owner revocation confirmed at policy version 7</a:t>
            </a:r>
          </a:p>
        </p:txBody>
      </p:sp>
      <p:sp>
        <p:nvSpPr>
          <p:cNvPr id="7" name="">
            <a:extLst xmlns:a="http://schemas.openxmlformats.org/drawingml/2006/main">
              <a:ext uri="{FF2B5EF4-FFF2-40B4-BE49-F238E27FC236}">
                <a16:creationId xmlns:a16="http://schemas.microsoft.com/office/drawing/2014/main" id="{839428B1-3C23-44A1-8AC8-D29BCFCA18F4}"/>
              </a:ext>
            </a:extLst>
          </p:cNvPr>
          <p:cNvSpPr>
            <a:spLocks xmlns:a="http://schemas.openxmlformats.org/drawingml/2006/main" noGrp="1"/>
          </p:cNvSpPr>
          <p:nvPr/>
        </p:nvSpPr>
        <p:spPr>
          <a:xfrm xmlns:a="http://schemas.openxmlformats.org/drawingml/2006/main">
            <a:off x="609600" y="62579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94B"/>
                </a:solidFill>
                <a:latin typeface="Arial"/>
                <a:ea typeface="Arial"/>
                <a:cs typeface="Arial"/>
              </a:defRPr>
            </a:defPPr>
            <a:lvl1pPr>
              <a:buNone/>
              <a:defRPr sz="1350" b="0">
                <a:solidFill>
                  <a:srgbClr val="53694B"/>
                </a:solidFill>
                <a:latin typeface="Arial"/>
                <a:ea typeface="Arial"/>
                <a:cs typeface="Arial"/>
              </a:defRPr>
            </a:lvl1pPr>
            <a:lvl2pPr>
              <a:buNone/>
              <a:defRPr sz="1350" b="0">
                <a:solidFill>
                  <a:srgbClr val="53694B"/>
                </a:solidFill>
                <a:latin typeface="Arial"/>
                <a:ea typeface="Arial"/>
                <a:cs typeface="Arial"/>
              </a:defRPr>
            </a:lvl2pPr>
            <a:lvl3pPr>
              <a:buNone/>
              <a:defRPr sz="1350" b="0">
                <a:solidFill>
                  <a:srgbClr val="53694B"/>
                </a:solidFill>
                <a:latin typeface="Arial"/>
                <a:ea typeface="Arial"/>
                <a:cs typeface="Arial"/>
              </a:defRPr>
            </a:lvl3pPr>
            <a:lvl4pPr>
              <a:buNone/>
              <a:defRPr sz="1350" b="0">
                <a:solidFill>
                  <a:srgbClr val="53694B"/>
                </a:solidFill>
                <a:latin typeface="Arial"/>
                <a:ea typeface="Arial"/>
                <a:cs typeface="Arial"/>
              </a:defRPr>
            </a:lvl4pPr>
            <a:lvl5pPr>
              <a:buNone/>
              <a:defRPr sz="1350" b="0">
                <a:solidFill>
                  <a:srgbClr val="53694B"/>
                </a:solidFill>
                <a:latin typeface="Arial"/>
                <a:ea typeface="Arial"/>
                <a:cs typeface="Arial"/>
              </a:defRPr>
            </a:lvl5pPr>
            <a:lvl6pPr>
              <a:buNone/>
              <a:defRPr sz="1350" b="0">
                <a:solidFill>
                  <a:srgbClr val="53694B"/>
                </a:solidFill>
                <a:latin typeface="Arial"/>
                <a:ea typeface="Arial"/>
                <a:cs typeface="Arial"/>
              </a:defRPr>
            </a:lvl6pPr>
            <a:lvl7pPr>
              <a:buNone/>
              <a:defRPr sz="1350" b="0">
                <a:solidFill>
                  <a:srgbClr val="53694B"/>
                </a:solidFill>
                <a:latin typeface="Arial"/>
                <a:ea typeface="Arial"/>
                <a:cs typeface="Arial"/>
              </a:defRPr>
            </a:lvl7pPr>
            <a:lvl8pPr>
              <a:buNone/>
              <a:defRPr sz="1350" b="0">
                <a:solidFill>
                  <a:srgbClr val="53694B"/>
                </a:solidFill>
                <a:latin typeface="Arial"/>
                <a:ea typeface="Arial"/>
                <a:cs typeface="Arial"/>
              </a:defRPr>
            </a:lvl8pPr>
            <a:lvl9pPr>
              <a:buNone/>
              <a:defRPr sz="1350" b="0">
                <a:solidFill>
                  <a:srgbClr val="53694B"/>
                </a:solidFill>
                <a:latin typeface="Arial"/>
                <a:ea typeface="Arial"/>
                <a:cs typeface="Arial"/>
              </a:defRPr>
            </a:lvl9pPr>
          </a:lstStyle>
          <a:p xmlns:a="http://schemas.openxmlformats.org/drawingml/2006/main">
            <a:pPr>
              <a:buNone/>
              <a:defRPr sz="1350" b="0">
                <a:solidFill>
                  <a:srgbClr val="53694B"/>
                </a:solidFill>
                <a:latin typeface="Arial"/>
                <a:ea typeface="Arial"/>
                <a:cs typeface="Arial"/>
              </a:defRPr>
            </a:pPr>
            <a:r>
              <a:rPr sz="1350" b="0">
                <a:solidFill>
                  <a:srgbClr val="53694B"/>
                </a:solidFill>
                <a:latin typeface="Arial"/>
                <a:ea typeface="Arial"/>
                <a:cs typeface="Arial"/>
              </a:rPr>
              <a:t>Public testnet · chain 11155111 · test tokens with no cash value</a:t>
            </a:r>
          </a:p>
        </p:txBody>
      </p:sp>
    </p:spTree>
    <p:extLst>
      <p:ext uri="{BB962C8B-B14F-4D97-AF65-F5344CB8AC3E}">
        <p14:creationId xmlns:p14="http://schemas.microsoft.com/office/powerpoint/2010/main" val="152891140"/>
      </p:ext>
    </p:extLst>
  </p:cSld>
</p:sld>
</file>

<file path=ppt/slides/slide7.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59273E-1BB2-4451-8545-8CE80B02B55F}"/>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C2E"/>
                </a:solidFill>
                <a:latin typeface="Arial"/>
                <a:ea typeface="Arial"/>
                <a:cs typeface="Arial"/>
              </a:defRPr>
            </a:defPPr>
            <a:lvl1pPr>
              <a:buNone/>
              <a:defRPr sz="3300" b="1">
                <a:solidFill>
                  <a:srgbClr val="123C2E"/>
                </a:solidFill>
                <a:latin typeface="Arial"/>
                <a:ea typeface="Arial"/>
                <a:cs typeface="Arial"/>
              </a:defRPr>
            </a:lvl1pPr>
            <a:lvl2pPr>
              <a:buNone/>
              <a:defRPr sz="3300" b="1">
                <a:solidFill>
                  <a:srgbClr val="123C2E"/>
                </a:solidFill>
                <a:latin typeface="Arial"/>
                <a:ea typeface="Arial"/>
                <a:cs typeface="Arial"/>
              </a:defRPr>
            </a:lvl2pPr>
            <a:lvl3pPr>
              <a:buNone/>
              <a:defRPr sz="3300" b="1">
                <a:solidFill>
                  <a:srgbClr val="123C2E"/>
                </a:solidFill>
                <a:latin typeface="Arial"/>
                <a:ea typeface="Arial"/>
                <a:cs typeface="Arial"/>
              </a:defRPr>
            </a:lvl3pPr>
            <a:lvl4pPr>
              <a:buNone/>
              <a:defRPr sz="3300" b="1">
                <a:solidFill>
                  <a:srgbClr val="123C2E"/>
                </a:solidFill>
                <a:latin typeface="Arial"/>
                <a:ea typeface="Arial"/>
                <a:cs typeface="Arial"/>
              </a:defRPr>
            </a:lvl4pPr>
            <a:lvl5pPr>
              <a:buNone/>
              <a:defRPr sz="3300" b="1">
                <a:solidFill>
                  <a:srgbClr val="123C2E"/>
                </a:solidFill>
                <a:latin typeface="Arial"/>
                <a:ea typeface="Arial"/>
                <a:cs typeface="Arial"/>
              </a:defRPr>
            </a:lvl5pPr>
            <a:lvl6pPr>
              <a:buNone/>
              <a:defRPr sz="3300" b="1">
                <a:solidFill>
                  <a:srgbClr val="123C2E"/>
                </a:solidFill>
                <a:latin typeface="Arial"/>
                <a:ea typeface="Arial"/>
                <a:cs typeface="Arial"/>
              </a:defRPr>
            </a:lvl6pPr>
            <a:lvl7pPr>
              <a:buNone/>
              <a:defRPr sz="3300" b="1">
                <a:solidFill>
                  <a:srgbClr val="123C2E"/>
                </a:solidFill>
                <a:latin typeface="Arial"/>
                <a:ea typeface="Arial"/>
                <a:cs typeface="Arial"/>
              </a:defRPr>
            </a:lvl7pPr>
            <a:lvl8pPr>
              <a:buNone/>
              <a:defRPr sz="3300" b="1">
                <a:solidFill>
                  <a:srgbClr val="123C2E"/>
                </a:solidFill>
                <a:latin typeface="Arial"/>
                <a:ea typeface="Arial"/>
                <a:cs typeface="Arial"/>
              </a:defRPr>
            </a:lvl8pPr>
            <a:lvl9pPr>
              <a:buNone/>
              <a:defRPr sz="3300" b="1">
                <a:solidFill>
                  <a:srgbClr val="123C2E"/>
                </a:solidFill>
                <a:latin typeface="Arial"/>
                <a:ea typeface="Arial"/>
                <a:cs typeface="Arial"/>
              </a:defRPr>
            </a:lvl9pPr>
          </a:lstStyle>
          <a:p xmlns:a="http://schemas.openxmlformats.org/drawingml/2006/main">
            <a:pPr>
              <a:buNone/>
              <a:defRPr sz="3300" b="1">
                <a:solidFill>
                  <a:srgbClr val="123C2E"/>
                </a:solidFill>
                <a:latin typeface="Arial"/>
                <a:ea typeface="Arial"/>
                <a:cs typeface="Arial"/>
              </a:defRPr>
            </a:pPr>
            <a:r>
              <a:rPr sz="3300" b="1">
                <a:solidFill>
                  <a:srgbClr val="123C2E"/>
                </a:solidFill>
                <a:latin typeface="Arial"/>
                <a:ea typeface="Arial"/>
                <a:cs typeface="Arial"/>
              </a:rPr>
              <a:t>Contract checks and recovery</a:t>
            </a:r>
          </a:p>
        </p:txBody>
      </p:sp>
      <p:sp>
        <p:nvSpPr>
          <p:cNvPr id="2" name="">
            <a:extLst xmlns:a="http://schemas.openxmlformats.org/drawingml/2006/main">
              <a:ext uri="{FF2B5EF4-FFF2-40B4-BE49-F238E27FC236}">
                <a16:creationId xmlns:a16="http://schemas.microsoft.com/office/drawing/2014/main" id="{218E4C0A-D3AC-41B5-9D35-F368108B3A4B}"/>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94B"/>
                </a:solidFill>
                <a:latin typeface="Arial"/>
                <a:ea typeface="Arial"/>
                <a:cs typeface="Arial"/>
              </a:defRPr>
            </a:defPPr>
            <a:lvl1pPr>
              <a:buNone/>
              <a:defRPr sz="1275" b="0">
                <a:solidFill>
                  <a:srgbClr val="53694B"/>
                </a:solidFill>
                <a:latin typeface="Arial"/>
                <a:ea typeface="Arial"/>
                <a:cs typeface="Arial"/>
              </a:defRPr>
            </a:lvl1pPr>
            <a:lvl2pPr>
              <a:buNone/>
              <a:defRPr sz="1275" b="0">
                <a:solidFill>
                  <a:srgbClr val="53694B"/>
                </a:solidFill>
                <a:latin typeface="Arial"/>
                <a:ea typeface="Arial"/>
                <a:cs typeface="Arial"/>
              </a:defRPr>
            </a:lvl2pPr>
            <a:lvl3pPr>
              <a:buNone/>
              <a:defRPr sz="1275" b="0">
                <a:solidFill>
                  <a:srgbClr val="53694B"/>
                </a:solidFill>
                <a:latin typeface="Arial"/>
                <a:ea typeface="Arial"/>
                <a:cs typeface="Arial"/>
              </a:defRPr>
            </a:lvl3pPr>
            <a:lvl4pPr>
              <a:buNone/>
              <a:defRPr sz="1275" b="0">
                <a:solidFill>
                  <a:srgbClr val="53694B"/>
                </a:solidFill>
                <a:latin typeface="Arial"/>
                <a:ea typeface="Arial"/>
                <a:cs typeface="Arial"/>
              </a:defRPr>
            </a:lvl4pPr>
            <a:lvl5pPr>
              <a:buNone/>
              <a:defRPr sz="1275" b="0">
                <a:solidFill>
                  <a:srgbClr val="53694B"/>
                </a:solidFill>
                <a:latin typeface="Arial"/>
                <a:ea typeface="Arial"/>
                <a:cs typeface="Arial"/>
              </a:defRPr>
            </a:lvl5pPr>
            <a:lvl6pPr>
              <a:buNone/>
              <a:defRPr sz="1275" b="0">
                <a:solidFill>
                  <a:srgbClr val="53694B"/>
                </a:solidFill>
                <a:latin typeface="Arial"/>
                <a:ea typeface="Arial"/>
                <a:cs typeface="Arial"/>
              </a:defRPr>
            </a:lvl6pPr>
            <a:lvl7pPr>
              <a:buNone/>
              <a:defRPr sz="1275" b="0">
                <a:solidFill>
                  <a:srgbClr val="53694B"/>
                </a:solidFill>
                <a:latin typeface="Arial"/>
                <a:ea typeface="Arial"/>
                <a:cs typeface="Arial"/>
              </a:defRPr>
            </a:lvl7pPr>
            <a:lvl8pPr>
              <a:buNone/>
              <a:defRPr sz="1275" b="0">
                <a:solidFill>
                  <a:srgbClr val="53694B"/>
                </a:solidFill>
                <a:latin typeface="Arial"/>
                <a:ea typeface="Arial"/>
                <a:cs typeface="Arial"/>
              </a:defRPr>
            </a:lvl8pPr>
            <a:lvl9pPr>
              <a:buNone/>
              <a:defRPr sz="1275" b="0">
                <a:solidFill>
                  <a:srgbClr val="53694B"/>
                </a:solidFill>
                <a:latin typeface="Arial"/>
                <a:ea typeface="Arial"/>
                <a:cs typeface="Arial"/>
              </a:defRPr>
            </a:lvl9pPr>
          </a:lstStyle>
          <a:p xmlns:a="http://schemas.openxmlformats.org/drawingml/2006/main">
            <a:pPr>
              <a:buNone/>
              <a:defRPr sz="1275" b="0">
                <a:solidFill>
                  <a:srgbClr val="53694B"/>
                </a:solidFill>
                <a:latin typeface="Arial"/>
                <a:ea typeface="Arial"/>
                <a:cs typeface="Arial"/>
              </a:defRPr>
            </a:pPr>
            <a:r>
              <a:rPr sz="1275" b="0">
                <a:solidFill>
                  <a:srgbClr val="53694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DA1E05A-93B4-4C0E-BB84-DA73D3FA854C}"/>
              </a:ext>
            </a:extLst>
          </p:cNvPr>
          <p:cNvSpPr>
            <a:spLocks xmlns:a="http://schemas.openxmlformats.org/drawingml/2006/main" noGrp="1"/>
          </p:cNvSpPr>
          <p:nvPr/>
        </p:nvSpPr>
        <p:spPr>
          <a:xfrm xmlns:a="http://schemas.openxmlformats.org/drawingml/2006/main">
            <a:off x="609600" y="17621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C2E"/>
                </a:solidFill>
                <a:latin typeface="Arial"/>
                <a:ea typeface="Arial"/>
                <a:cs typeface="Arial"/>
              </a:defRPr>
            </a:defPPr>
            <a:lvl1pPr>
              <a:buNone/>
              <a:defRPr sz="2550" b="1">
                <a:solidFill>
                  <a:srgbClr val="123C2E"/>
                </a:solidFill>
                <a:latin typeface="Arial"/>
                <a:ea typeface="Arial"/>
                <a:cs typeface="Arial"/>
              </a:defRPr>
            </a:lvl1pPr>
            <a:lvl2pPr>
              <a:buNone/>
              <a:defRPr sz="2550" b="1">
                <a:solidFill>
                  <a:srgbClr val="123C2E"/>
                </a:solidFill>
                <a:latin typeface="Arial"/>
                <a:ea typeface="Arial"/>
                <a:cs typeface="Arial"/>
              </a:defRPr>
            </a:lvl2pPr>
            <a:lvl3pPr>
              <a:buNone/>
              <a:defRPr sz="2550" b="1">
                <a:solidFill>
                  <a:srgbClr val="123C2E"/>
                </a:solidFill>
                <a:latin typeface="Arial"/>
                <a:ea typeface="Arial"/>
                <a:cs typeface="Arial"/>
              </a:defRPr>
            </a:lvl3pPr>
            <a:lvl4pPr>
              <a:buNone/>
              <a:defRPr sz="2550" b="1">
                <a:solidFill>
                  <a:srgbClr val="123C2E"/>
                </a:solidFill>
                <a:latin typeface="Arial"/>
                <a:ea typeface="Arial"/>
                <a:cs typeface="Arial"/>
              </a:defRPr>
            </a:lvl4pPr>
            <a:lvl5pPr>
              <a:buNone/>
              <a:defRPr sz="2550" b="1">
                <a:solidFill>
                  <a:srgbClr val="123C2E"/>
                </a:solidFill>
                <a:latin typeface="Arial"/>
                <a:ea typeface="Arial"/>
                <a:cs typeface="Arial"/>
              </a:defRPr>
            </a:lvl5pPr>
            <a:lvl6pPr>
              <a:buNone/>
              <a:defRPr sz="2550" b="1">
                <a:solidFill>
                  <a:srgbClr val="123C2E"/>
                </a:solidFill>
                <a:latin typeface="Arial"/>
                <a:ea typeface="Arial"/>
                <a:cs typeface="Arial"/>
              </a:defRPr>
            </a:lvl6pPr>
            <a:lvl7pPr>
              <a:buNone/>
              <a:defRPr sz="2550" b="1">
                <a:solidFill>
                  <a:srgbClr val="123C2E"/>
                </a:solidFill>
                <a:latin typeface="Arial"/>
                <a:ea typeface="Arial"/>
                <a:cs typeface="Arial"/>
              </a:defRPr>
            </a:lvl7pPr>
            <a:lvl8pPr>
              <a:buNone/>
              <a:defRPr sz="2550" b="1">
                <a:solidFill>
                  <a:srgbClr val="123C2E"/>
                </a:solidFill>
                <a:latin typeface="Arial"/>
                <a:ea typeface="Arial"/>
                <a:cs typeface="Arial"/>
              </a:defRPr>
            </a:lvl8pPr>
            <a:lvl9pPr>
              <a:buNone/>
              <a:defRPr sz="2550" b="1">
                <a:solidFill>
                  <a:srgbClr val="123C2E"/>
                </a:solidFill>
                <a:latin typeface="Arial"/>
                <a:ea typeface="Arial"/>
                <a:cs typeface="Arial"/>
              </a:defRPr>
            </a:lvl9pPr>
          </a:lstStyle>
          <a:p xmlns:a="http://schemas.openxmlformats.org/drawingml/2006/main">
            <a:pPr>
              <a:buNone/>
              <a:defRPr sz="2550" b="1">
                <a:solidFill>
                  <a:srgbClr val="123C2E"/>
                </a:solidFill>
                <a:latin typeface="Arial"/>
                <a:ea typeface="Arial"/>
                <a:cs typeface="Arial"/>
              </a:defRPr>
            </a:pPr>
            <a:r>
              <a:rPr sz="2550" b="1">
                <a:solidFill>
                  <a:srgbClr val="123C2E"/>
                </a:solidFill>
                <a:latin typeface="Arial"/>
                <a:ea typeface="Arial"/>
                <a:cs typeface="Arial"/>
              </a:rPr>
              <a:t>Before a transfer</a:t>
            </a:r>
          </a:p>
        </p:txBody>
      </p:sp>
      <p:sp>
        <p:nvSpPr>
          <p:cNvPr id="4" name="">
            <a:extLst xmlns:a="http://schemas.openxmlformats.org/drawingml/2006/main">
              <a:ext uri="{FF2B5EF4-FFF2-40B4-BE49-F238E27FC236}">
                <a16:creationId xmlns:a16="http://schemas.microsoft.com/office/drawing/2014/main" id="{741102E1-C300-4BC1-B07E-C604359A65D0}"/>
              </a:ext>
            </a:extLst>
          </p:cNvPr>
          <p:cNvSpPr>
            <a:spLocks xmlns:a="http://schemas.openxmlformats.org/drawingml/2006/main" noGrp="1"/>
          </p:cNvSpPr>
          <p:nvPr/>
        </p:nvSpPr>
        <p:spPr>
          <a:xfrm xmlns:a="http://schemas.openxmlformats.org/drawingml/2006/main">
            <a:off x="609600" y="2571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94B"/>
                </a:solidFill>
                <a:latin typeface="Arial"/>
                <a:ea typeface="Arial"/>
                <a:cs typeface="Arial"/>
              </a:defRPr>
            </a:defPPr>
            <a:lvl1pPr>
              <a:buNone/>
              <a:defRPr sz="2175" b="0">
                <a:solidFill>
                  <a:srgbClr val="53694B"/>
                </a:solidFill>
                <a:latin typeface="Arial"/>
                <a:ea typeface="Arial"/>
                <a:cs typeface="Arial"/>
              </a:defRPr>
            </a:lvl1pPr>
            <a:lvl2pPr>
              <a:buNone/>
              <a:defRPr sz="2175" b="0">
                <a:solidFill>
                  <a:srgbClr val="53694B"/>
                </a:solidFill>
                <a:latin typeface="Arial"/>
                <a:ea typeface="Arial"/>
                <a:cs typeface="Arial"/>
              </a:defRPr>
            </a:lvl2pPr>
            <a:lvl3pPr>
              <a:buNone/>
              <a:defRPr sz="2175" b="0">
                <a:solidFill>
                  <a:srgbClr val="53694B"/>
                </a:solidFill>
                <a:latin typeface="Arial"/>
                <a:ea typeface="Arial"/>
                <a:cs typeface="Arial"/>
              </a:defRPr>
            </a:lvl3pPr>
            <a:lvl4pPr>
              <a:buNone/>
              <a:defRPr sz="2175" b="0">
                <a:solidFill>
                  <a:srgbClr val="53694B"/>
                </a:solidFill>
                <a:latin typeface="Arial"/>
                <a:ea typeface="Arial"/>
                <a:cs typeface="Arial"/>
              </a:defRPr>
            </a:lvl4pPr>
            <a:lvl5pPr>
              <a:buNone/>
              <a:defRPr sz="2175" b="0">
                <a:solidFill>
                  <a:srgbClr val="53694B"/>
                </a:solidFill>
                <a:latin typeface="Arial"/>
                <a:ea typeface="Arial"/>
                <a:cs typeface="Arial"/>
              </a:defRPr>
            </a:lvl5pPr>
            <a:lvl6pPr>
              <a:buNone/>
              <a:defRPr sz="2175" b="0">
                <a:solidFill>
                  <a:srgbClr val="53694B"/>
                </a:solidFill>
                <a:latin typeface="Arial"/>
                <a:ea typeface="Arial"/>
                <a:cs typeface="Arial"/>
              </a:defRPr>
            </a:lvl6pPr>
            <a:lvl7pPr>
              <a:buNone/>
              <a:defRPr sz="2175" b="0">
                <a:solidFill>
                  <a:srgbClr val="53694B"/>
                </a:solidFill>
                <a:latin typeface="Arial"/>
                <a:ea typeface="Arial"/>
                <a:cs typeface="Arial"/>
              </a:defRPr>
            </a:lvl7pPr>
            <a:lvl8pPr>
              <a:buNone/>
              <a:defRPr sz="2175" b="0">
                <a:solidFill>
                  <a:srgbClr val="53694B"/>
                </a:solidFill>
                <a:latin typeface="Arial"/>
                <a:ea typeface="Arial"/>
                <a:cs typeface="Arial"/>
              </a:defRPr>
            </a:lvl8pPr>
            <a:lvl9pPr>
              <a:buNone/>
              <a:defRPr sz="2175" b="0">
                <a:solidFill>
                  <a:srgbClr val="53694B"/>
                </a:solidFill>
                <a:latin typeface="Arial"/>
                <a:ea typeface="Arial"/>
                <a:cs typeface="Arial"/>
              </a:defRPr>
            </a:lvl9pPr>
          </a:lstStyle>
          <a:p xmlns:a="http://schemas.openxmlformats.org/drawingml/2006/main">
            <a:pPr>
              <a:buNone/>
              <a:defRPr sz="2175" b="0">
                <a:solidFill>
                  <a:srgbClr val="53694B"/>
                </a:solidFill>
                <a:latin typeface="Arial"/>
                <a:ea typeface="Arial"/>
                <a:cs typeface="Arial"/>
              </a:defRPr>
            </a:pPr>
            <a:r>
              <a:rPr sz="2175" b="0">
                <a:solidFill>
                  <a:srgbClr val="53694B"/>
                </a:solidFill>
                <a:latin typeface="Arial"/>
                <a:ea typeface="Arial"/>
                <a:cs typeface="Arial"/>
              </a:rPr>
              <a:t>Approved bill and vendor</a:t>
            </a:r>
          </a:p>
        </p:txBody>
      </p:sp>
      <p:sp>
        <p:nvSpPr>
          <p:cNvPr id="5" name="">
            <a:extLst xmlns:a="http://schemas.openxmlformats.org/drawingml/2006/main">
              <a:ext uri="{FF2B5EF4-FFF2-40B4-BE49-F238E27FC236}">
                <a16:creationId xmlns:a16="http://schemas.microsoft.com/office/drawing/2014/main" id="{BAD25386-5C21-4BA1-9521-3BEDB8A75296}"/>
              </a:ext>
            </a:extLst>
          </p:cNvPr>
          <p:cNvSpPr>
            <a:spLocks xmlns:a="http://schemas.openxmlformats.org/drawingml/2006/main" noGrp="1"/>
          </p:cNvSpPr>
          <p:nvPr/>
        </p:nvSpPr>
        <p:spPr>
          <a:xfrm xmlns:a="http://schemas.openxmlformats.org/drawingml/2006/main">
            <a:off x="609600" y="3333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94B"/>
                </a:solidFill>
                <a:latin typeface="Arial"/>
                <a:ea typeface="Arial"/>
                <a:cs typeface="Arial"/>
              </a:defRPr>
            </a:defPPr>
            <a:lvl1pPr>
              <a:buNone/>
              <a:defRPr sz="2175" b="0">
                <a:solidFill>
                  <a:srgbClr val="53694B"/>
                </a:solidFill>
                <a:latin typeface="Arial"/>
                <a:ea typeface="Arial"/>
                <a:cs typeface="Arial"/>
              </a:defRPr>
            </a:lvl1pPr>
            <a:lvl2pPr>
              <a:buNone/>
              <a:defRPr sz="2175" b="0">
                <a:solidFill>
                  <a:srgbClr val="53694B"/>
                </a:solidFill>
                <a:latin typeface="Arial"/>
                <a:ea typeface="Arial"/>
                <a:cs typeface="Arial"/>
              </a:defRPr>
            </a:lvl2pPr>
            <a:lvl3pPr>
              <a:buNone/>
              <a:defRPr sz="2175" b="0">
                <a:solidFill>
                  <a:srgbClr val="53694B"/>
                </a:solidFill>
                <a:latin typeface="Arial"/>
                <a:ea typeface="Arial"/>
                <a:cs typeface="Arial"/>
              </a:defRPr>
            </a:lvl3pPr>
            <a:lvl4pPr>
              <a:buNone/>
              <a:defRPr sz="2175" b="0">
                <a:solidFill>
                  <a:srgbClr val="53694B"/>
                </a:solidFill>
                <a:latin typeface="Arial"/>
                <a:ea typeface="Arial"/>
                <a:cs typeface="Arial"/>
              </a:defRPr>
            </a:lvl4pPr>
            <a:lvl5pPr>
              <a:buNone/>
              <a:defRPr sz="2175" b="0">
                <a:solidFill>
                  <a:srgbClr val="53694B"/>
                </a:solidFill>
                <a:latin typeface="Arial"/>
                <a:ea typeface="Arial"/>
                <a:cs typeface="Arial"/>
              </a:defRPr>
            </a:lvl5pPr>
            <a:lvl6pPr>
              <a:buNone/>
              <a:defRPr sz="2175" b="0">
                <a:solidFill>
                  <a:srgbClr val="53694B"/>
                </a:solidFill>
                <a:latin typeface="Arial"/>
                <a:ea typeface="Arial"/>
                <a:cs typeface="Arial"/>
              </a:defRPr>
            </a:lvl6pPr>
            <a:lvl7pPr>
              <a:buNone/>
              <a:defRPr sz="2175" b="0">
                <a:solidFill>
                  <a:srgbClr val="53694B"/>
                </a:solidFill>
                <a:latin typeface="Arial"/>
                <a:ea typeface="Arial"/>
                <a:cs typeface="Arial"/>
              </a:defRPr>
            </a:lvl7pPr>
            <a:lvl8pPr>
              <a:buNone/>
              <a:defRPr sz="2175" b="0">
                <a:solidFill>
                  <a:srgbClr val="53694B"/>
                </a:solidFill>
                <a:latin typeface="Arial"/>
                <a:ea typeface="Arial"/>
                <a:cs typeface="Arial"/>
              </a:defRPr>
            </a:lvl8pPr>
            <a:lvl9pPr>
              <a:buNone/>
              <a:defRPr sz="2175" b="0">
                <a:solidFill>
                  <a:srgbClr val="53694B"/>
                </a:solidFill>
                <a:latin typeface="Arial"/>
                <a:ea typeface="Arial"/>
                <a:cs typeface="Arial"/>
              </a:defRPr>
            </a:lvl9pPr>
          </a:lstStyle>
          <a:p xmlns:a="http://schemas.openxmlformats.org/drawingml/2006/main">
            <a:pPr>
              <a:buNone/>
              <a:defRPr sz="2175" b="0">
                <a:solidFill>
                  <a:srgbClr val="53694B"/>
                </a:solidFill>
                <a:latin typeface="Arial"/>
                <a:ea typeface="Arial"/>
                <a:cs typeface="Arial"/>
              </a:defRPr>
            </a:pPr>
            <a:r>
              <a:rPr sz="2175" b="0">
                <a:solidFill>
                  <a:srgbClr val="53694B"/>
                </a:solidFill>
                <a:latin typeface="Arial"/>
                <a:ea typeface="Arial"/>
                <a:cs typeface="Arial"/>
              </a:rPr>
              <a:t>Caps, reserve and active window</a:t>
            </a:r>
          </a:p>
        </p:txBody>
      </p:sp>
      <p:sp>
        <p:nvSpPr>
          <p:cNvPr id="6" name="">
            <a:extLst xmlns:a="http://schemas.openxmlformats.org/drawingml/2006/main">
              <a:ext uri="{FF2B5EF4-FFF2-40B4-BE49-F238E27FC236}">
                <a16:creationId xmlns:a16="http://schemas.microsoft.com/office/drawing/2014/main" id="{2F505042-62E9-4FD8-8FD0-C74F5F018DEC}"/>
              </a:ext>
            </a:extLst>
          </p:cNvPr>
          <p:cNvSpPr>
            <a:spLocks xmlns:a="http://schemas.openxmlformats.org/drawingml/2006/main" noGrp="1"/>
          </p:cNvSpPr>
          <p:nvPr/>
        </p:nvSpPr>
        <p:spPr>
          <a:xfrm xmlns:a="http://schemas.openxmlformats.org/drawingml/2006/main">
            <a:off x="609600" y="4095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94B"/>
                </a:solidFill>
                <a:latin typeface="Arial"/>
                <a:ea typeface="Arial"/>
                <a:cs typeface="Arial"/>
              </a:defRPr>
            </a:defPPr>
            <a:lvl1pPr>
              <a:buNone/>
              <a:defRPr sz="2175" b="0">
                <a:solidFill>
                  <a:srgbClr val="53694B"/>
                </a:solidFill>
                <a:latin typeface="Arial"/>
                <a:ea typeface="Arial"/>
                <a:cs typeface="Arial"/>
              </a:defRPr>
            </a:lvl1pPr>
            <a:lvl2pPr>
              <a:buNone/>
              <a:defRPr sz="2175" b="0">
                <a:solidFill>
                  <a:srgbClr val="53694B"/>
                </a:solidFill>
                <a:latin typeface="Arial"/>
                <a:ea typeface="Arial"/>
                <a:cs typeface="Arial"/>
              </a:defRPr>
            </a:lvl2pPr>
            <a:lvl3pPr>
              <a:buNone/>
              <a:defRPr sz="2175" b="0">
                <a:solidFill>
                  <a:srgbClr val="53694B"/>
                </a:solidFill>
                <a:latin typeface="Arial"/>
                <a:ea typeface="Arial"/>
                <a:cs typeface="Arial"/>
              </a:defRPr>
            </a:lvl3pPr>
            <a:lvl4pPr>
              <a:buNone/>
              <a:defRPr sz="2175" b="0">
                <a:solidFill>
                  <a:srgbClr val="53694B"/>
                </a:solidFill>
                <a:latin typeface="Arial"/>
                <a:ea typeface="Arial"/>
                <a:cs typeface="Arial"/>
              </a:defRPr>
            </a:lvl4pPr>
            <a:lvl5pPr>
              <a:buNone/>
              <a:defRPr sz="2175" b="0">
                <a:solidFill>
                  <a:srgbClr val="53694B"/>
                </a:solidFill>
                <a:latin typeface="Arial"/>
                <a:ea typeface="Arial"/>
                <a:cs typeface="Arial"/>
              </a:defRPr>
            </a:lvl5pPr>
            <a:lvl6pPr>
              <a:buNone/>
              <a:defRPr sz="2175" b="0">
                <a:solidFill>
                  <a:srgbClr val="53694B"/>
                </a:solidFill>
                <a:latin typeface="Arial"/>
                <a:ea typeface="Arial"/>
                <a:cs typeface="Arial"/>
              </a:defRPr>
            </a:lvl6pPr>
            <a:lvl7pPr>
              <a:buNone/>
              <a:defRPr sz="2175" b="0">
                <a:solidFill>
                  <a:srgbClr val="53694B"/>
                </a:solidFill>
                <a:latin typeface="Arial"/>
                <a:ea typeface="Arial"/>
                <a:cs typeface="Arial"/>
              </a:defRPr>
            </a:lvl7pPr>
            <a:lvl8pPr>
              <a:buNone/>
              <a:defRPr sz="2175" b="0">
                <a:solidFill>
                  <a:srgbClr val="53694B"/>
                </a:solidFill>
                <a:latin typeface="Arial"/>
                <a:ea typeface="Arial"/>
                <a:cs typeface="Arial"/>
              </a:defRPr>
            </a:lvl8pPr>
            <a:lvl9pPr>
              <a:buNone/>
              <a:defRPr sz="2175" b="0">
                <a:solidFill>
                  <a:srgbClr val="53694B"/>
                </a:solidFill>
                <a:latin typeface="Arial"/>
                <a:ea typeface="Arial"/>
                <a:cs typeface="Arial"/>
              </a:defRPr>
            </a:lvl9pPr>
          </a:lstStyle>
          <a:p xmlns:a="http://schemas.openxmlformats.org/drawingml/2006/main">
            <a:pPr>
              <a:buNone/>
              <a:defRPr sz="2175" b="0">
                <a:solidFill>
                  <a:srgbClr val="53694B"/>
                </a:solidFill>
                <a:latin typeface="Arial"/>
                <a:ea typeface="Arial"/>
                <a:cs typeface="Arial"/>
              </a:defRPr>
            </a:pPr>
            <a:r>
              <a:rPr sz="2175" b="0">
                <a:solidFill>
                  <a:srgbClr val="53694B"/>
                </a:solidFill>
                <a:latin typeface="Arial"/>
                <a:ea typeface="Arial"/>
                <a:cs typeface="Arial"/>
              </a:rPr>
              <a:t>Current agent and policy version</a:t>
            </a:r>
          </a:p>
        </p:txBody>
      </p:sp>
      <p:sp>
        <p:nvSpPr>
          <p:cNvPr id="7" name="">
            <a:extLst xmlns:a="http://schemas.openxmlformats.org/drawingml/2006/main">
              <a:ext uri="{FF2B5EF4-FFF2-40B4-BE49-F238E27FC236}">
                <a16:creationId xmlns:a16="http://schemas.microsoft.com/office/drawing/2014/main" id="{F30174EA-3E1F-4F13-9A20-01B6CD8294A6}"/>
              </a:ext>
            </a:extLst>
          </p:cNvPr>
          <p:cNvSpPr>
            <a:spLocks xmlns:a="http://schemas.openxmlformats.org/drawingml/2006/main" noGrp="1"/>
          </p:cNvSpPr>
          <p:nvPr/>
        </p:nvSpPr>
        <p:spPr>
          <a:xfrm xmlns:a="http://schemas.openxmlformats.org/drawingml/2006/main">
            <a:off x="6229350" y="17621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C2E"/>
                </a:solidFill>
                <a:latin typeface="Arial"/>
                <a:ea typeface="Arial"/>
                <a:cs typeface="Arial"/>
              </a:defRPr>
            </a:defPPr>
            <a:lvl1pPr>
              <a:buNone/>
              <a:defRPr sz="2550" b="1">
                <a:solidFill>
                  <a:srgbClr val="123C2E"/>
                </a:solidFill>
                <a:latin typeface="Arial"/>
                <a:ea typeface="Arial"/>
                <a:cs typeface="Arial"/>
              </a:defRPr>
            </a:lvl1pPr>
            <a:lvl2pPr>
              <a:buNone/>
              <a:defRPr sz="2550" b="1">
                <a:solidFill>
                  <a:srgbClr val="123C2E"/>
                </a:solidFill>
                <a:latin typeface="Arial"/>
                <a:ea typeface="Arial"/>
                <a:cs typeface="Arial"/>
              </a:defRPr>
            </a:lvl2pPr>
            <a:lvl3pPr>
              <a:buNone/>
              <a:defRPr sz="2550" b="1">
                <a:solidFill>
                  <a:srgbClr val="123C2E"/>
                </a:solidFill>
                <a:latin typeface="Arial"/>
                <a:ea typeface="Arial"/>
                <a:cs typeface="Arial"/>
              </a:defRPr>
            </a:lvl3pPr>
            <a:lvl4pPr>
              <a:buNone/>
              <a:defRPr sz="2550" b="1">
                <a:solidFill>
                  <a:srgbClr val="123C2E"/>
                </a:solidFill>
                <a:latin typeface="Arial"/>
                <a:ea typeface="Arial"/>
                <a:cs typeface="Arial"/>
              </a:defRPr>
            </a:lvl4pPr>
            <a:lvl5pPr>
              <a:buNone/>
              <a:defRPr sz="2550" b="1">
                <a:solidFill>
                  <a:srgbClr val="123C2E"/>
                </a:solidFill>
                <a:latin typeface="Arial"/>
                <a:ea typeface="Arial"/>
                <a:cs typeface="Arial"/>
              </a:defRPr>
            </a:lvl5pPr>
            <a:lvl6pPr>
              <a:buNone/>
              <a:defRPr sz="2550" b="1">
                <a:solidFill>
                  <a:srgbClr val="123C2E"/>
                </a:solidFill>
                <a:latin typeface="Arial"/>
                <a:ea typeface="Arial"/>
                <a:cs typeface="Arial"/>
              </a:defRPr>
            </a:lvl6pPr>
            <a:lvl7pPr>
              <a:buNone/>
              <a:defRPr sz="2550" b="1">
                <a:solidFill>
                  <a:srgbClr val="123C2E"/>
                </a:solidFill>
                <a:latin typeface="Arial"/>
                <a:ea typeface="Arial"/>
                <a:cs typeface="Arial"/>
              </a:defRPr>
            </a:lvl7pPr>
            <a:lvl8pPr>
              <a:buNone/>
              <a:defRPr sz="2550" b="1">
                <a:solidFill>
                  <a:srgbClr val="123C2E"/>
                </a:solidFill>
                <a:latin typeface="Arial"/>
                <a:ea typeface="Arial"/>
                <a:cs typeface="Arial"/>
              </a:defRPr>
            </a:lvl8pPr>
            <a:lvl9pPr>
              <a:buNone/>
              <a:defRPr sz="2550" b="1">
                <a:solidFill>
                  <a:srgbClr val="123C2E"/>
                </a:solidFill>
                <a:latin typeface="Arial"/>
                <a:ea typeface="Arial"/>
                <a:cs typeface="Arial"/>
              </a:defRPr>
            </a:lvl9pPr>
          </a:lstStyle>
          <a:p xmlns:a="http://schemas.openxmlformats.org/drawingml/2006/main">
            <a:pPr>
              <a:buNone/>
              <a:defRPr sz="2550" b="1">
                <a:solidFill>
                  <a:srgbClr val="123C2E"/>
                </a:solidFill>
                <a:latin typeface="Arial"/>
                <a:ea typeface="Arial"/>
                <a:cs typeface="Arial"/>
              </a:defRPr>
            </a:pPr>
            <a:r>
              <a:rPr sz="2550" b="1">
                <a:solidFill>
                  <a:srgbClr val="123C2E"/>
                </a:solidFill>
                <a:latin typeface="Arial"/>
                <a:ea typeface="Arial"/>
                <a:cs typeface="Arial"/>
              </a:rPr>
              <a:t>After a send</a:t>
            </a:r>
          </a:p>
        </p:txBody>
      </p:sp>
      <p:sp>
        <p:nvSpPr>
          <p:cNvPr id="8" name="">
            <a:extLst xmlns:a="http://schemas.openxmlformats.org/drawingml/2006/main">
              <a:ext uri="{FF2B5EF4-FFF2-40B4-BE49-F238E27FC236}">
                <a16:creationId xmlns:a16="http://schemas.microsoft.com/office/drawing/2014/main" id="{E3924011-46EB-4E80-8A56-CBA9C4FF3B1C}"/>
              </a:ext>
            </a:extLst>
          </p:cNvPr>
          <p:cNvSpPr>
            <a:spLocks xmlns:a="http://schemas.openxmlformats.org/drawingml/2006/main" noGrp="1"/>
          </p:cNvSpPr>
          <p:nvPr/>
        </p:nvSpPr>
        <p:spPr>
          <a:xfrm xmlns:a="http://schemas.openxmlformats.org/drawingml/2006/main">
            <a:off x="6229350" y="2571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94B"/>
                </a:solidFill>
                <a:latin typeface="Arial"/>
                <a:ea typeface="Arial"/>
                <a:cs typeface="Arial"/>
              </a:defRPr>
            </a:defPPr>
            <a:lvl1pPr>
              <a:buNone/>
              <a:defRPr sz="2175" b="0">
                <a:solidFill>
                  <a:srgbClr val="53694B"/>
                </a:solidFill>
                <a:latin typeface="Arial"/>
                <a:ea typeface="Arial"/>
                <a:cs typeface="Arial"/>
              </a:defRPr>
            </a:lvl1pPr>
            <a:lvl2pPr>
              <a:buNone/>
              <a:defRPr sz="2175" b="0">
                <a:solidFill>
                  <a:srgbClr val="53694B"/>
                </a:solidFill>
                <a:latin typeface="Arial"/>
                <a:ea typeface="Arial"/>
                <a:cs typeface="Arial"/>
              </a:defRPr>
            </a:lvl2pPr>
            <a:lvl3pPr>
              <a:buNone/>
              <a:defRPr sz="2175" b="0">
                <a:solidFill>
                  <a:srgbClr val="53694B"/>
                </a:solidFill>
                <a:latin typeface="Arial"/>
                <a:ea typeface="Arial"/>
                <a:cs typeface="Arial"/>
              </a:defRPr>
            </a:lvl3pPr>
            <a:lvl4pPr>
              <a:buNone/>
              <a:defRPr sz="2175" b="0">
                <a:solidFill>
                  <a:srgbClr val="53694B"/>
                </a:solidFill>
                <a:latin typeface="Arial"/>
                <a:ea typeface="Arial"/>
                <a:cs typeface="Arial"/>
              </a:defRPr>
            </a:lvl4pPr>
            <a:lvl5pPr>
              <a:buNone/>
              <a:defRPr sz="2175" b="0">
                <a:solidFill>
                  <a:srgbClr val="53694B"/>
                </a:solidFill>
                <a:latin typeface="Arial"/>
                <a:ea typeface="Arial"/>
                <a:cs typeface="Arial"/>
              </a:defRPr>
            </a:lvl5pPr>
            <a:lvl6pPr>
              <a:buNone/>
              <a:defRPr sz="2175" b="0">
                <a:solidFill>
                  <a:srgbClr val="53694B"/>
                </a:solidFill>
                <a:latin typeface="Arial"/>
                <a:ea typeface="Arial"/>
                <a:cs typeface="Arial"/>
              </a:defRPr>
            </a:lvl6pPr>
            <a:lvl7pPr>
              <a:buNone/>
              <a:defRPr sz="2175" b="0">
                <a:solidFill>
                  <a:srgbClr val="53694B"/>
                </a:solidFill>
                <a:latin typeface="Arial"/>
                <a:ea typeface="Arial"/>
                <a:cs typeface="Arial"/>
              </a:defRPr>
            </a:lvl7pPr>
            <a:lvl8pPr>
              <a:buNone/>
              <a:defRPr sz="2175" b="0">
                <a:solidFill>
                  <a:srgbClr val="53694B"/>
                </a:solidFill>
                <a:latin typeface="Arial"/>
                <a:ea typeface="Arial"/>
                <a:cs typeface="Arial"/>
              </a:defRPr>
            </a:lvl8pPr>
            <a:lvl9pPr>
              <a:buNone/>
              <a:defRPr sz="2175" b="0">
                <a:solidFill>
                  <a:srgbClr val="53694B"/>
                </a:solidFill>
                <a:latin typeface="Arial"/>
                <a:ea typeface="Arial"/>
                <a:cs typeface="Arial"/>
              </a:defRPr>
            </a:lvl9pPr>
          </a:lstStyle>
          <a:p xmlns:a="http://schemas.openxmlformats.org/drawingml/2006/main">
            <a:pPr>
              <a:buNone/>
              <a:defRPr sz="2175" b="0">
                <a:solidFill>
                  <a:srgbClr val="53694B"/>
                </a:solidFill>
                <a:latin typeface="Arial"/>
                <a:ea typeface="Arial"/>
                <a:cs typeface="Arial"/>
              </a:defRPr>
            </a:pPr>
            <a:r>
              <a:rPr sz="2175" b="0">
                <a:solidFill>
                  <a:srgbClr val="53694B"/>
                </a:solidFill>
                <a:latin typeface="Arial"/>
                <a:ea typeface="Arial"/>
                <a:cs typeface="Arial"/>
              </a:rPr>
              <a:t>Match the receipt and payment event</a:t>
            </a:r>
          </a:p>
        </p:txBody>
      </p:sp>
      <p:sp>
        <p:nvSpPr>
          <p:cNvPr id="9" name="">
            <a:extLst xmlns:a="http://schemas.openxmlformats.org/drawingml/2006/main">
              <a:ext uri="{FF2B5EF4-FFF2-40B4-BE49-F238E27FC236}">
                <a16:creationId xmlns:a16="http://schemas.microsoft.com/office/drawing/2014/main" id="{2E7F765E-B884-4A16-AC6C-A520932DFF8D}"/>
              </a:ext>
            </a:extLst>
          </p:cNvPr>
          <p:cNvSpPr>
            <a:spLocks xmlns:a="http://schemas.openxmlformats.org/drawingml/2006/main" noGrp="1"/>
          </p:cNvSpPr>
          <p:nvPr/>
        </p:nvSpPr>
        <p:spPr>
          <a:xfrm xmlns:a="http://schemas.openxmlformats.org/drawingml/2006/main">
            <a:off x="6229350" y="3333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94B"/>
                </a:solidFill>
                <a:latin typeface="Arial"/>
                <a:ea typeface="Arial"/>
                <a:cs typeface="Arial"/>
              </a:defRPr>
            </a:defPPr>
            <a:lvl1pPr>
              <a:buNone/>
              <a:defRPr sz="2175" b="0">
                <a:solidFill>
                  <a:srgbClr val="53694B"/>
                </a:solidFill>
                <a:latin typeface="Arial"/>
                <a:ea typeface="Arial"/>
                <a:cs typeface="Arial"/>
              </a:defRPr>
            </a:lvl1pPr>
            <a:lvl2pPr>
              <a:buNone/>
              <a:defRPr sz="2175" b="0">
                <a:solidFill>
                  <a:srgbClr val="53694B"/>
                </a:solidFill>
                <a:latin typeface="Arial"/>
                <a:ea typeface="Arial"/>
                <a:cs typeface="Arial"/>
              </a:defRPr>
            </a:lvl2pPr>
            <a:lvl3pPr>
              <a:buNone/>
              <a:defRPr sz="2175" b="0">
                <a:solidFill>
                  <a:srgbClr val="53694B"/>
                </a:solidFill>
                <a:latin typeface="Arial"/>
                <a:ea typeface="Arial"/>
                <a:cs typeface="Arial"/>
              </a:defRPr>
            </a:lvl3pPr>
            <a:lvl4pPr>
              <a:buNone/>
              <a:defRPr sz="2175" b="0">
                <a:solidFill>
                  <a:srgbClr val="53694B"/>
                </a:solidFill>
                <a:latin typeface="Arial"/>
                <a:ea typeface="Arial"/>
                <a:cs typeface="Arial"/>
              </a:defRPr>
            </a:lvl4pPr>
            <a:lvl5pPr>
              <a:buNone/>
              <a:defRPr sz="2175" b="0">
                <a:solidFill>
                  <a:srgbClr val="53694B"/>
                </a:solidFill>
                <a:latin typeface="Arial"/>
                <a:ea typeface="Arial"/>
                <a:cs typeface="Arial"/>
              </a:defRPr>
            </a:lvl5pPr>
            <a:lvl6pPr>
              <a:buNone/>
              <a:defRPr sz="2175" b="0">
                <a:solidFill>
                  <a:srgbClr val="53694B"/>
                </a:solidFill>
                <a:latin typeface="Arial"/>
                <a:ea typeface="Arial"/>
                <a:cs typeface="Arial"/>
              </a:defRPr>
            </a:lvl6pPr>
            <a:lvl7pPr>
              <a:buNone/>
              <a:defRPr sz="2175" b="0">
                <a:solidFill>
                  <a:srgbClr val="53694B"/>
                </a:solidFill>
                <a:latin typeface="Arial"/>
                <a:ea typeface="Arial"/>
                <a:cs typeface="Arial"/>
              </a:defRPr>
            </a:lvl7pPr>
            <a:lvl8pPr>
              <a:buNone/>
              <a:defRPr sz="2175" b="0">
                <a:solidFill>
                  <a:srgbClr val="53694B"/>
                </a:solidFill>
                <a:latin typeface="Arial"/>
                <a:ea typeface="Arial"/>
                <a:cs typeface="Arial"/>
              </a:defRPr>
            </a:lvl8pPr>
            <a:lvl9pPr>
              <a:buNone/>
              <a:defRPr sz="2175" b="0">
                <a:solidFill>
                  <a:srgbClr val="53694B"/>
                </a:solidFill>
                <a:latin typeface="Arial"/>
                <a:ea typeface="Arial"/>
                <a:cs typeface="Arial"/>
              </a:defRPr>
            </a:lvl9pPr>
          </a:lstStyle>
          <a:p xmlns:a="http://schemas.openxmlformats.org/drawingml/2006/main">
            <a:pPr>
              <a:buNone/>
              <a:defRPr sz="2175" b="0">
                <a:solidFill>
                  <a:srgbClr val="53694B"/>
                </a:solidFill>
                <a:latin typeface="Arial"/>
                <a:ea typeface="Arial"/>
                <a:cs typeface="Arial"/>
              </a:defRPr>
            </a:pPr>
            <a:r>
              <a:rPr sz="2175" b="0">
                <a:solidFill>
                  <a:srgbClr val="53694B"/>
                </a:solidFill>
                <a:latin typeface="Arial"/>
                <a:ea typeface="Arial"/>
                <a:cs typeface="Arial"/>
              </a:rPr>
              <a:t>Keep paid bill keys consumed</a:t>
            </a:r>
          </a:p>
        </p:txBody>
      </p:sp>
      <p:sp>
        <p:nvSpPr>
          <p:cNvPr id="10" name="">
            <a:extLst xmlns:a="http://schemas.openxmlformats.org/drawingml/2006/main">
              <a:ext uri="{FF2B5EF4-FFF2-40B4-BE49-F238E27FC236}">
                <a16:creationId xmlns:a16="http://schemas.microsoft.com/office/drawing/2014/main" id="{C4204082-0E4C-41B0-9444-14D79FED5C2A}"/>
              </a:ext>
            </a:extLst>
          </p:cNvPr>
          <p:cNvSpPr>
            <a:spLocks xmlns:a="http://schemas.openxmlformats.org/drawingml/2006/main" noGrp="1"/>
          </p:cNvSpPr>
          <p:nvPr/>
        </p:nvSpPr>
        <p:spPr>
          <a:xfrm xmlns:a="http://schemas.openxmlformats.org/drawingml/2006/main">
            <a:off x="6229350" y="4095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94B"/>
                </a:solidFill>
                <a:latin typeface="Arial"/>
                <a:ea typeface="Arial"/>
                <a:cs typeface="Arial"/>
              </a:defRPr>
            </a:defPPr>
            <a:lvl1pPr>
              <a:buNone/>
              <a:defRPr sz="2175" b="0">
                <a:solidFill>
                  <a:srgbClr val="53694B"/>
                </a:solidFill>
                <a:latin typeface="Arial"/>
                <a:ea typeface="Arial"/>
                <a:cs typeface="Arial"/>
              </a:defRPr>
            </a:lvl1pPr>
            <a:lvl2pPr>
              <a:buNone/>
              <a:defRPr sz="2175" b="0">
                <a:solidFill>
                  <a:srgbClr val="53694B"/>
                </a:solidFill>
                <a:latin typeface="Arial"/>
                <a:ea typeface="Arial"/>
                <a:cs typeface="Arial"/>
              </a:defRPr>
            </a:lvl2pPr>
            <a:lvl3pPr>
              <a:buNone/>
              <a:defRPr sz="2175" b="0">
                <a:solidFill>
                  <a:srgbClr val="53694B"/>
                </a:solidFill>
                <a:latin typeface="Arial"/>
                <a:ea typeface="Arial"/>
                <a:cs typeface="Arial"/>
              </a:defRPr>
            </a:lvl3pPr>
            <a:lvl4pPr>
              <a:buNone/>
              <a:defRPr sz="2175" b="0">
                <a:solidFill>
                  <a:srgbClr val="53694B"/>
                </a:solidFill>
                <a:latin typeface="Arial"/>
                <a:ea typeface="Arial"/>
                <a:cs typeface="Arial"/>
              </a:defRPr>
            </a:lvl4pPr>
            <a:lvl5pPr>
              <a:buNone/>
              <a:defRPr sz="2175" b="0">
                <a:solidFill>
                  <a:srgbClr val="53694B"/>
                </a:solidFill>
                <a:latin typeface="Arial"/>
                <a:ea typeface="Arial"/>
                <a:cs typeface="Arial"/>
              </a:defRPr>
            </a:lvl5pPr>
            <a:lvl6pPr>
              <a:buNone/>
              <a:defRPr sz="2175" b="0">
                <a:solidFill>
                  <a:srgbClr val="53694B"/>
                </a:solidFill>
                <a:latin typeface="Arial"/>
                <a:ea typeface="Arial"/>
                <a:cs typeface="Arial"/>
              </a:defRPr>
            </a:lvl6pPr>
            <a:lvl7pPr>
              <a:buNone/>
              <a:defRPr sz="2175" b="0">
                <a:solidFill>
                  <a:srgbClr val="53694B"/>
                </a:solidFill>
                <a:latin typeface="Arial"/>
                <a:ea typeface="Arial"/>
                <a:cs typeface="Arial"/>
              </a:defRPr>
            </a:lvl7pPr>
            <a:lvl8pPr>
              <a:buNone/>
              <a:defRPr sz="2175" b="0">
                <a:solidFill>
                  <a:srgbClr val="53694B"/>
                </a:solidFill>
                <a:latin typeface="Arial"/>
                <a:ea typeface="Arial"/>
                <a:cs typeface="Arial"/>
              </a:defRPr>
            </a:lvl8pPr>
            <a:lvl9pPr>
              <a:buNone/>
              <a:defRPr sz="2175" b="0">
                <a:solidFill>
                  <a:srgbClr val="53694B"/>
                </a:solidFill>
                <a:latin typeface="Arial"/>
                <a:ea typeface="Arial"/>
                <a:cs typeface="Arial"/>
              </a:defRPr>
            </a:lvl9pPr>
          </a:lstStyle>
          <a:p xmlns:a="http://schemas.openxmlformats.org/drawingml/2006/main">
            <a:pPr>
              <a:buNone/>
              <a:defRPr sz="2175" b="0">
                <a:solidFill>
                  <a:srgbClr val="53694B"/>
                </a:solidFill>
                <a:latin typeface="Arial"/>
                <a:ea typeface="Arial"/>
                <a:cs typeface="Arial"/>
              </a:defRPr>
            </a:pPr>
            <a:r>
              <a:rPr sz="2175" b="0">
                <a:solidFill>
                  <a:srgbClr val="53694B"/>
                </a:solidFill>
                <a:latin typeface="Arial"/>
                <a:ea typeface="Arial"/>
                <a:cs typeface="Arial"/>
              </a:rPr>
              <a:t>Reconcile the original hash on uncertainty</a:t>
            </a:r>
          </a:p>
        </p:txBody>
      </p:sp>
      <p:sp>
        <p:nvSpPr>
          <p:cNvPr id="11" name="">
            <a:extLst xmlns:a="http://schemas.openxmlformats.org/drawingml/2006/main">
              <a:ext uri="{FF2B5EF4-FFF2-40B4-BE49-F238E27FC236}">
                <a16:creationId xmlns:a16="http://schemas.microsoft.com/office/drawing/2014/main" id="{DD6F6377-B2F8-4662-B409-A1AC0F0C249D}"/>
              </a:ext>
            </a:extLst>
          </p:cNvPr>
          <p:cNvSpPr>
            <a:spLocks xmlns:a="http://schemas.openxmlformats.org/drawingml/2006/main" noGrp="1"/>
          </p:cNvSpPr>
          <p:nvPr/>
        </p:nvSpPr>
        <p:spPr>
          <a:xfrm xmlns:a="http://schemas.openxmlformats.org/drawingml/2006/main">
            <a:off x="609600" y="5305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23C2E"/>
                </a:solidFill>
                <a:latin typeface="Arial"/>
                <a:ea typeface="Arial"/>
                <a:cs typeface="Arial"/>
              </a:defRPr>
            </a:defPPr>
            <a:lvl1pPr>
              <a:buNone/>
              <a:defRPr sz="2625" b="1">
                <a:solidFill>
                  <a:srgbClr val="123C2E"/>
                </a:solidFill>
                <a:latin typeface="Arial"/>
                <a:ea typeface="Arial"/>
                <a:cs typeface="Arial"/>
              </a:defRPr>
            </a:lvl1pPr>
            <a:lvl2pPr>
              <a:buNone/>
              <a:defRPr sz="2625" b="1">
                <a:solidFill>
                  <a:srgbClr val="123C2E"/>
                </a:solidFill>
                <a:latin typeface="Arial"/>
                <a:ea typeface="Arial"/>
                <a:cs typeface="Arial"/>
              </a:defRPr>
            </a:lvl2pPr>
            <a:lvl3pPr>
              <a:buNone/>
              <a:defRPr sz="2625" b="1">
                <a:solidFill>
                  <a:srgbClr val="123C2E"/>
                </a:solidFill>
                <a:latin typeface="Arial"/>
                <a:ea typeface="Arial"/>
                <a:cs typeface="Arial"/>
              </a:defRPr>
            </a:lvl3pPr>
            <a:lvl4pPr>
              <a:buNone/>
              <a:defRPr sz="2625" b="1">
                <a:solidFill>
                  <a:srgbClr val="123C2E"/>
                </a:solidFill>
                <a:latin typeface="Arial"/>
                <a:ea typeface="Arial"/>
                <a:cs typeface="Arial"/>
              </a:defRPr>
            </a:lvl4pPr>
            <a:lvl5pPr>
              <a:buNone/>
              <a:defRPr sz="2625" b="1">
                <a:solidFill>
                  <a:srgbClr val="123C2E"/>
                </a:solidFill>
                <a:latin typeface="Arial"/>
                <a:ea typeface="Arial"/>
                <a:cs typeface="Arial"/>
              </a:defRPr>
            </a:lvl5pPr>
            <a:lvl6pPr>
              <a:buNone/>
              <a:defRPr sz="2625" b="1">
                <a:solidFill>
                  <a:srgbClr val="123C2E"/>
                </a:solidFill>
                <a:latin typeface="Arial"/>
                <a:ea typeface="Arial"/>
                <a:cs typeface="Arial"/>
              </a:defRPr>
            </a:lvl6pPr>
            <a:lvl7pPr>
              <a:buNone/>
              <a:defRPr sz="2625" b="1">
                <a:solidFill>
                  <a:srgbClr val="123C2E"/>
                </a:solidFill>
                <a:latin typeface="Arial"/>
                <a:ea typeface="Arial"/>
                <a:cs typeface="Arial"/>
              </a:defRPr>
            </a:lvl7pPr>
            <a:lvl8pPr>
              <a:buNone/>
              <a:defRPr sz="2625" b="1">
                <a:solidFill>
                  <a:srgbClr val="123C2E"/>
                </a:solidFill>
                <a:latin typeface="Arial"/>
                <a:ea typeface="Arial"/>
                <a:cs typeface="Arial"/>
              </a:defRPr>
            </a:lvl8pPr>
            <a:lvl9pPr>
              <a:buNone/>
              <a:defRPr sz="2625" b="1">
                <a:solidFill>
                  <a:srgbClr val="123C2E"/>
                </a:solidFill>
                <a:latin typeface="Arial"/>
                <a:ea typeface="Arial"/>
                <a:cs typeface="Arial"/>
              </a:defRPr>
            </a:lvl9pPr>
          </a:lstStyle>
          <a:p xmlns:a="http://schemas.openxmlformats.org/drawingml/2006/main">
            <a:pPr>
              <a:buNone/>
              <a:defRPr sz="2625" b="1">
                <a:solidFill>
                  <a:srgbClr val="123C2E"/>
                </a:solidFill>
                <a:latin typeface="Arial"/>
                <a:ea typeface="Arial"/>
                <a:cs typeface="Arial"/>
              </a:defRPr>
            </a:pPr>
            <a:r>
              <a:rPr sz="2625" b="1">
                <a:solidFill>
                  <a:srgbClr val="123C2E"/>
                </a:solidFill>
                <a:latin typeface="Arial"/>
                <a:ea typeface="Arial"/>
                <a:cs typeface="Arial"/>
              </a:rPr>
              <a:t>A timeout never triggers a blind second payment</a:t>
            </a:r>
          </a:p>
        </p:txBody>
      </p:sp>
      <p:sp>
        <p:nvSpPr>
          <p:cNvPr id="12" name="">
            <a:extLst xmlns:a="http://schemas.openxmlformats.org/drawingml/2006/main">
              <a:ext uri="{FF2B5EF4-FFF2-40B4-BE49-F238E27FC236}">
                <a16:creationId xmlns:a16="http://schemas.microsoft.com/office/drawing/2014/main" id="{B6D691E0-6293-4262-9D71-C5EF87C325E2}"/>
              </a:ext>
            </a:extLst>
          </p:cNvPr>
          <p:cNvSpPr>
            <a:spLocks xmlns:a="http://schemas.openxmlformats.org/drawingml/2006/main" noGrp="1"/>
          </p:cNvSpPr>
          <p:nvPr/>
        </p:nvSpPr>
        <p:spPr>
          <a:xfrm xmlns:a="http://schemas.openxmlformats.org/drawingml/2006/main">
            <a:off x="609600" y="61912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94B"/>
                </a:solidFill>
                <a:latin typeface="Arial"/>
                <a:ea typeface="Arial"/>
                <a:cs typeface="Arial"/>
              </a:defRPr>
            </a:defPPr>
            <a:lvl1pPr>
              <a:buNone/>
              <a:defRPr sz="1350" b="0">
                <a:solidFill>
                  <a:srgbClr val="53694B"/>
                </a:solidFill>
                <a:latin typeface="Arial"/>
                <a:ea typeface="Arial"/>
                <a:cs typeface="Arial"/>
              </a:defRPr>
            </a:lvl1pPr>
            <a:lvl2pPr>
              <a:buNone/>
              <a:defRPr sz="1350" b="0">
                <a:solidFill>
                  <a:srgbClr val="53694B"/>
                </a:solidFill>
                <a:latin typeface="Arial"/>
                <a:ea typeface="Arial"/>
                <a:cs typeface="Arial"/>
              </a:defRPr>
            </a:lvl2pPr>
            <a:lvl3pPr>
              <a:buNone/>
              <a:defRPr sz="1350" b="0">
                <a:solidFill>
                  <a:srgbClr val="53694B"/>
                </a:solidFill>
                <a:latin typeface="Arial"/>
                <a:ea typeface="Arial"/>
                <a:cs typeface="Arial"/>
              </a:defRPr>
            </a:lvl3pPr>
            <a:lvl4pPr>
              <a:buNone/>
              <a:defRPr sz="1350" b="0">
                <a:solidFill>
                  <a:srgbClr val="53694B"/>
                </a:solidFill>
                <a:latin typeface="Arial"/>
                <a:ea typeface="Arial"/>
                <a:cs typeface="Arial"/>
              </a:defRPr>
            </a:lvl4pPr>
            <a:lvl5pPr>
              <a:buNone/>
              <a:defRPr sz="1350" b="0">
                <a:solidFill>
                  <a:srgbClr val="53694B"/>
                </a:solidFill>
                <a:latin typeface="Arial"/>
                <a:ea typeface="Arial"/>
                <a:cs typeface="Arial"/>
              </a:defRPr>
            </a:lvl5pPr>
            <a:lvl6pPr>
              <a:buNone/>
              <a:defRPr sz="1350" b="0">
                <a:solidFill>
                  <a:srgbClr val="53694B"/>
                </a:solidFill>
                <a:latin typeface="Arial"/>
                <a:ea typeface="Arial"/>
                <a:cs typeface="Arial"/>
              </a:defRPr>
            </a:lvl6pPr>
            <a:lvl7pPr>
              <a:buNone/>
              <a:defRPr sz="1350" b="0">
                <a:solidFill>
                  <a:srgbClr val="53694B"/>
                </a:solidFill>
                <a:latin typeface="Arial"/>
                <a:ea typeface="Arial"/>
                <a:cs typeface="Arial"/>
              </a:defRPr>
            </a:lvl7pPr>
            <a:lvl8pPr>
              <a:buNone/>
              <a:defRPr sz="1350" b="0">
                <a:solidFill>
                  <a:srgbClr val="53694B"/>
                </a:solidFill>
                <a:latin typeface="Arial"/>
                <a:ea typeface="Arial"/>
                <a:cs typeface="Arial"/>
              </a:defRPr>
            </a:lvl8pPr>
            <a:lvl9pPr>
              <a:buNone/>
              <a:defRPr sz="1350" b="0">
                <a:solidFill>
                  <a:srgbClr val="53694B"/>
                </a:solidFill>
                <a:latin typeface="Arial"/>
                <a:ea typeface="Arial"/>
                <a:cs typeface="Arial"/>
              </a:defRPr>
            </a:lvl9pPr>
          </a:lstStyle>
          <a:p xmlns:a="http://schemas.openxmlformats.org/drawingml/2006/main">
            <a:pPr>
              <a:buNone/>
              <a:defRPr sz="1350" b="0">
                <a:solidFill>
                  <a:srgbClr val="53694B"/>
                </a:solidFill>
                <a:latin typeface="Arial"/>
                <a:ea typeface="Arial"/>
                <a:cs typeface="Arial"/>
              </a:defRPr>
            </a:pPr>
            <a:r>
              <a:rPr sz="1350" b="0">
                <a:solidFill>
                  <a:srgbClr val="53694B"/>
                </a:solidFill>
                <a:latin typeface="Arial"/>
                <a:ea typeface="Arial"/>
                <a:cs typeface="Arial"/>
              </a:rPr>
              <a:t>Public rejection checks used unmined calls. Independent stop isolation is local.</a:t>
            </a:r>
          </a:p>
        </p:txBody>
      </p:sp>
    </p:spTree>
    <p:extLst>
      <p:ext uri="{BB962C8B-B14F-4D97-AF65-F5344CB8AC3E}">
        <p14:creationId xmlns:p14="http://schemas.microsoft.com/office/powerpoint/2010/main" val="1713939033"/>
      </p:ext>
    </p:extLst>
  </p:cSld>
</p:sld>
</file>

<file path=ppt/slides/slide8.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039354-7195-4F00-80E5-B8C6A0BEAB51}"/>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C2E"/>
                </a:solidFill>
                <a:latin typeface="Arial"/>
                <a:ea typeface="Arial"/>
                <a:cs typeface="Arial"/>
              </a:defRPr>
            </a:defPPr>
            <a:lvl1pPr>
              <a:buNone/>
              <a:defRPr sz="3300" b="1">
                <a:solidFill>
                  <a:srgbClr val="123C2E"/>
                </a:solidFill>
                <a:latin typeface="Arial"/>
                <a:ea typeface="Arial"/>
                <a:cs typeface="Arial"/>
              </a:defRPr>
            </a:lvl1pPr>
            <a:lvl2pPr>
              <a:buNone/>
              <a:defRPr sz="3300" b="1">
                <a:solidFill>
                  <a:srgbClr val="123C2E"/>
                </a:solidFill>
                <a:latin typeface="Arial"/>
                <a:ea typeface="Arial"/>
                <a:cs typeface="Arial"/>
              </a:defRPr>
            </a:lvl2pPr>
            <a:lvl3pPr>
              <a:buNone/>
              <a:defRPr sz="3300" b="1">
                <a:solidFill>
                  <a:srgbClr val="123C2E"/>
                </a:solidFill>
                <a:latin typeface="Arial"/>
                <a:ea typeface="Arial"/>
                <a:cs typeface="Arial"/>
              </a:defRPr>
            </a:lvl3pPr>
            <a:lvl4pPr>
              <a:buNone/>
              <a:defRPr sz="3300" b="1">
                <a:solidFill>
                  <a:srgbClr val="123C2E"/>
                </a:solidFill>
                <a:latin typeface="Arial"/>
                <a:ea typeface="Arial"/>
                <a:cs typeface="Arial"/>
              </a:defRPr>
            </a:lvl4pPr>
            <a:lvl5pPr>
              <a:buNone/>
              <a:defRPr sz="3300" b="1">
                <a:solidFill>
                  <a:srgbClr val="123C2E"/>
                </a:solidFill>
                <a:latin typeface="Arial"/>
                <a:ea typeface="Arial"/>
                <a:cs typeface="Arial"/>
              </a:defRPr>
            </a:lvl5pPr>
            <a:lvl6pPr>
              <a:buNone/>
              <a:defRPr sz="3300" b="1">
                <a:solidFill>
                  <a:srgbClr val="123C2E"/>
                </a:solidFill>
                <a:latin typeface="Arial"/>
                <a:ea typeface="Arial"/>
                <a:cs typeface="Arial"/>
              </a:defRPr>
            </a:lvl6pPr>
            <a:lvl7pPr>
              <a:buNone/>
              <a:defRPr sz="3300" b="1">
                <a:solidFill>
                  <a:srgbClr val="123C2E"/>
                </a:solidFill>
                <a:latin typeface="Arial"/>
                <a:ea typeface="Arial"/>
                <a:cs typeface="Arial"/>
              </a:defRPr>
            </a:lvl7pPr>
            <a:lvl8pPr>
              <a:buNone/>
              <a:defRPr sz="3300" b="1">
                <a:solidFill>
                  <a:srgbClr val="123C2E"/>
                </a:solidFill>
                <a:latin typeface="Arial"/>
                <a:ea typeface="Arial"/>
                <a:cs typeface="Arial"/>
              </a:defRPr>
            </a:lvl8pPr>
            <a:lvl9pPr>
              <a:buNone/>
              <a:defRPr sz="3300" b="1">
                <a:solidFill>
                  <a:srgbClr val="123C2E"/>
                </a:solidFill>
                <a:latin typeface="Arial"/>
                <a:ea typeface="Arial"/>
                <a:cs typeface="Arial"/>
              </a:defRPr>
            </a:lvl9pPr>
          </a:lstStyle>
          <a:p xmlns:a="http://schemas.openxmlformats.org/drawingml/2006/main">
            <a:pPr>
              <a:buNone/>
              <a:defRPr sz="3300" b="1">
                <a:solidFill>
                  <a:srgbClr val="123C2E"/>
                </a:solidFill>
                <a:latin typeface="Arial"/>
                <a:ea typeface="Arial"/>
                <a:cs typeface="Arial"/>
              </a:defRPr>
            </a:pPr>
            <a:r>
              <a:rPr sz="3300" b="1">
                <a:solidFill>
                  <a:srgbClr val="123C2E"/>
                </a:solidFill>
                <a:latin typeface="Arial"/>
                <a:ea typeface="Arial"/>
                <a:cs typeface="Arial"/>
              </a:rPr>
              <a:t>Recorded local evaluation</a:t>
            </a:r>
          </a:p>
        </p:txBody>
      </p:sp>
      <p:sp>
        <p:nvSpPr>
          <p:cNvPr id="2" name="">
            <a:extLst xmlns:a="http://schemas.openxmlformats.org/drawingml/2006/main">
              <a:ext uri="{FF2B5EF4-FFF2-40B4-BE49-F238E27FC236}">
                <a16:creationId xmlns:a16="http://schemas.microsoft.com/office/drawing/2014/main" id="{FE96EF0B-246B-4285-A4DD-1BB8FF4D7390}"/>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94B"/>
                </a:solidFill>
                <a:latin typeface="Arial"/>
                <a:ea typeface="Arial"/>
                <a:cs typeface="Arial"/>
              </a:defRPr>
            </a:defPPr>
            <a:lvl1pPr>
              <a:buNone/>
              <a:defRPr sz="1275" b="0">
                <a:solidFill>
                  <a:srgbClr val="53694B"/>
                </a:solidFill>
                <a:latin typeface="Arial"/>
                <a:ea typeface="Arial"/>
                <a:cs typeface="Arial"/>
              </a:defRPr>
            </a:lvl1pPr>
            <a:lvl2pPr>
              <a:buNone/>
              <a:defRPr sz="1275" b="0">
                <a:solidFill>
                  <a:srgbClr val="53694B"/>
                </a:solidFill>
                <a:latin typeface="Arial"/>
                <a:ea typeface="Arial"/>
                <a:cs typeface="Arial"/>
              </a:defRPr>
            </a:lvl2pPr>
            <a:lvl3pPr>
              <a:buNone/>
              <a:defRPr sz="1275" b="0">
                <a:solidFill>
                  <a:srgbClr val="53694B"/>
                </a:solidFill>
                <a:latin typeface="Arial"/>
                <a:ea typeface="Arial"/>
                <a:cs typeface="Arial"/>
              </a:defRPr>
            </a:lvl3pPr>
            <a:lvl4pPr>
              <a:buNone/>
              <a:defRPr sz="1275" b="0">
                <a:solidFill>
                  <a:srgbClr val="53694B"/>
                </a:solidFill>
                <a:latin typeface="Arial"/>
                <a:ea typeface="Arial"/>
                <a:cs typeface="Arial"/>
              </a:defRPr>
            </a:lvl4pPr>
            <a:lvl5pPr>
              <a:buNone/>
              <a:defRPr sz="1275" b="0">
                <a:solidFill>
                  <a:srgbClr val="53694B"/>
                </a:solidFill>
                <a:latin typeface="Arial"/>
                <a:ea typeface="Arial"/>
                <a:cs typeface="Arial"/>
              </a:defRPr>
            </a:lvl5pPr>
            <a:lvl6pPr>
              <a:buNone/>
              <a:defRPr sz="1275" b="0">
                <a:solidFill>
                  <a:srgbClr val="53694B"/>
                </a:solidFill>
                <a:latin typeface="Arial"/>
                <a:ea typeface="Arial"/>
                <a:cs typeface="Arial"/>
              </a:defRPr>
            </a:lvl6pPr>
            <a:lvl7pPr>
              <a:buNone/>
              <a:defRPr sz="1275" b="0">
                <a:solidFill>
                  <a:srgbClr val="53694B"/>
                </a:solidFill>
                <a:latin typeface="Arial"/>
                <a:ea typeface="Arial"/>
                <a:cs typeface="Arial"/>
              </a:defRPr>
            </a:lvl7pPr>
            <a:lvl8pPr>
              <a:buNone/>
              <a:defRPr sz="1275" b="0">
                <a:solidFill>
                  <a:srgbClr val="53694B"/>
                </a:solidFill>
                <a:latin typeface="Arial"/>
                <a:ea typeface="Arial"/>
                <a:cs typeface="Arial"/>
              </a:defRPr>
            </a:lvl8pPr>
            <a:lvl9pPr>
              <a:buNone/>
              <a:defRPr sz="1275" b="0">
                <a:solidFill>
                  <a:srgbClr val="53694B"/>
                </a:solidFill>
                <a:latin typeface="Arial"/>
                <a:ea typeface="Arial"/>
                <a:cs typeface="Arial"/>
              </a:defRPr>
            </a:lvl9pPr>
          </a:lstStyle>
          <a:p xmlns:a="http://schemas.openxmlformats.org/drawingml/2006/main">
            <a:pPr>
              <a:buNone/>
              <a:defRPr sz="1275" b="0">
                <a:solidFill>
                  <a:srgbClr val="53694B"/>
                </a:solidFill>
                <a:latin typeface="Arial"/>
                <a:ea typeface="Arial"/>
                <a:cs typeface="Arial"/>
              </a:defRPr>
            </a:pPr>
            <a:r>
              <a:rPr sz="1275" b="0">
                <a:solidFill>
                  <a:srgbClr val="53694B"/>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A9F8935C-C0C4-4B6D-817D-305F3EE51425}"/>
              </a:ext>
            </a:extLst>
          </p:cNvPr>
          <p:cNvGraphicFramePr/>
          <p:nvPr/>
        </p:nvGraphicFramePr>
        <p:xfrm>
          <a:off xmlns:a="http://schemas.openxmlformats.org/drawingml/2006/main" x="609600" y="1476375"/>
          <a:ext xmlns:a="http://schemas.openxmlformats.org/drawingml/2006/main" cx="10972800" cy="3476625"/>
        </p:xfrm>
        <a:graphic xmlns:a="http://schemas.openxmlformats.org/drawingml/2006/main">
          <a:graphicData uri="http://schemas.openxmlformats.org/drawingml/2006/table">
            <a:tbl>
              <a:tblPr/>
              <a:tblGrid>
                <a:gridCol w="7810500"/>
                <a:gridCol w="3162300"/>
              </a:tblGrid>
              <a:tr h="579438">
                <a:tc>
                  <a:txBody>
                    <a:bodyPr/>
                    <a:lstStyle/>
                    <a:p>
                      <a:r>
                        <a:rPr sz="1950" b="1">
                          <a:solidFill>
                            <a:srgbClr val="F5F7F3"/>
                          </a:solidFill>
                          <a:latin typeface="Arial"/>
                          <a:ea typeface="Arial"/>
                          <a:cs typeface="Arial"/>
                        </a:rPr>
                        <a:t>Measure</a:t>
                      </a:r>
                    </a:p>
                  </a:txBody>
                  <a:tcPr marL="91440" marR="91440" marT="45720" marB="45720">
                    <a:lnL w="9525">
                      <a:solidFill>
                        <a:srgbClr val="D8E1D3"/>
                      </a:solidFill>
                      <a:prstDash val="solid"/>
                    </a:lnL>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c>
                  <a:txBody>
                    <a:bodyPr/>
                    <a:lstStyle/>
                    <a:p>
                      <a:r>
                        <a:rPr sz="1950" b="1">
                          <a:solidFill>
                            <a:srgbClr val="F5F7F3"/>
                          </a:solidFill>
                          <a:latin typeface="Arial"/>
                          <a:ea typeface="Arial"/>
                          <a:cs typeface="Arial"/>
                        </a:rPr>
                        <a:t>Observed result</a:t>
                      </a:r>
                    </a:p>
                  </a:txBody>
                  <a:tcPr marL="91440" marR="91440" marT="45720" marB="45720">
                    <a:lnR w="9525">
                      <a:solidFill>
                        <a:srgbClr val="D8E1D3"/>
                      </a:solidFill>
                      <a:prstDash val="solid"/>
                    </a:lnR>
                    <a:lnT w="9525">
                      <a:solidFill>
                        <a:srgbClr val="D8E1D3"/>
                      </a:solidFill>
                      <a:prstDash val="solid"/>
                    </a:lnT>
                    <a:lnB w="9525">
                      <a:solidFill>
                        <a:srgbClr val="D8E1D3"/>
                      </a:solidFill>
                      <a:prstDash val="solid"/>
                    </a:lnB>
                    <a:solidFill>
                      <a:srgbClr val="123C2E"/>
                    </a:solidFill>
                  </a:tcPr>
                </a:tc>
              </a:tr>
              <a:tr h="579438">
                <a:tc>
                  <a:txBody>
                    <a:bodyPr/>
                    <a:lstStyle/>
                    <a:p>
                      <a:r>
                        <a:rPr sz="1950" b="0">
                          <a:solidFill>
                            <a:srgbClr val="123C2E"/>
                          </a:solidFill>
                          <a:latin typeface="Arial"/>
                          <a:ea typeface="Arial"/>
                          <a:cs typeface="Arial"/>
                        </a:rPr>
                        <a:t>Ordinary task completion</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19 / 20</a:t>
                      </a:r>
                    </a:p>
                  </a:txBody>
                  <a:tcPr marL="91440" marR="91440" marT="45720" marB="45720">
                    <a:lnR w="9525">
                      <a:solidFill>
                        <a:srgbClr val="D8E1D3"/>
                      </a:solidFill>
                      <a:prstDash val="solid"/>
                    </a:lnR>
                    <a:lnB w="9525">
                      <a:solidFill>
                        <a:srgbClr val="D8E1D3"/>
                      </a:solidFill>
                      <a:prstDash val="solid"/>
                    </a:lnB>
                    <a:solidFill>
                      <a:srgbClr val="FFFFFF"/>
                    </a:solidFill>
                  </a:tcPr>
                </a:tc>
              </a:tr>
              <a:tr h="579438">
                <a:tc>
                  <a:txBody>
                    <a:bodyPr/>
                    <a:lstStyle/>
                    <a:p>
                      <a:r>
                        <a:rPr sz="1950" b="0">
                          <a:solidFill>
                            <a:srgbClr val="123C2E"/>
                          </a:solidFill>
                          <a:latin typeface="Arial"/>
                          <a:ea typeface="Arial"/>
                          <a:cs typeface="Arial"/>
                        </a:rPr>
                        <a:t>Exception explanations</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20 / 20</a:t>
                      </a:r>
                    </a:p>
                  </a:txBody>
                  <a:tcPr marL="91440" marR="91440" marT="45720" marB="45720">
                    <a:lnR w="9525">
                      <a:solidFill>
                        <a:srgbClr val="D8E1D3"/>
                      </a:solidFill>
                      <a:prstDash val="solid"/>
                    </a:lnR>
                    <a:lnB w="9525">
                      <a:solidFill>
                        <a:srgbClr val="D8E1D3"/>
                      </a:solidFill>
                      <a:prstDash val="solid"/>
                    </a:lnB>
                    <a:solidFill>
                      <a:srgbClr val="EDF2E7"/>
                    </a:solidFill>
                  </a:tcPr>
                </a:tc>
              </a:tr>
              <a:tr h="579438">
                <a:tc>
                  <a:txBody>
                    <a:bodyPr/>
                    <a:lstStyle/>
                    <a:p>
                      <a:r>
                        <a:rPr sz="1950" b="0">
                          <a:solidFill>
                            <a:srgbClr val="123C2E"/>
                          </a:solidFill>
                          <a:latin typeface="Arial"/>
                          <a:ea typeface="Arial"/>
                          <a:cs typeface="Arial"/>
                        </a:rPr>
                        <a:t>Interaction cases, within the 40</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6 / 6</a:t>
                      </a:r>
                    </a:p>
                  </a:txBody>
                  <a:tcPr marL="91440" marR="91440" marT="45720" marB="45720">
                    <a:lnR w="9525">
                      <a:solidFill>
                        <a:srgbClr val="D8E1D3"/>
                      </a:solidFill>
                      <a:prstDash val="solid"/>
                    </a:lnR>
                    <a:lnB w="9525">
                      <a:solidFill>
                        <a:srgbClr val="D8E1D3"/>
                      </a:solidFill>
                      <a:prstDash val="solid"/>
                    </a:lnB>
                    <a:solidFill>
                      <a:srgbClr val="FFFFFF"/>
                    </a:solidFill>
                  </a:tcPr>
                </a:tc>
              </a:tr>
              <a:tr h="579438">
                <a:tc>
                  <a:txBody>
                    <a:bodyPr/>
                    <a:lstStyle/>
                    <a:p>
                      <a:r>
                        <a:rPr sz="1950" b="0">
                          <a:solidFill>
                            <a:srgbClr val="123C2E"/>
                          </a:solidFill>
                          <a:latin typeface="Arial"/>
                          <a:ea typeface="Arial"/>
                          <a:cs typeface="Arial"/>
                        </a:rPr>
                        <a:t>Wrong payment cases</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EDF2E7"/>
                    </a:solidFill>
                  </a:tcPr>
                </a:tc>
                <a:tc>
                  <a:txBody>
                    <a:bodyPr/>
                    <a:lstStyle/>
                    <a:p>
                      <a:r>
                        <a:rPr sz="1950" b="0">
                          <a:solidFill>
                            <a:srgbClr val="123C2E"/>
                          </a:solidFill>
                          <a:latin typeface="Arial"/>
                          <a:ea typeface="Arial"/>
                          <a:cs typeface="Arial"/>
                        </a:rPr>
                        <a:t>0 / 40</a:t>
                      </a:r>
                    </a:p>
                  </a:txBody>
                  <a:tcPr marL="91440" marR="91440" marT="45720" marB="45720">
                    <a:lnR w="9525">
                      <a:solidFill>
                        <a:srgbClr val="D8E1D3"/>
                      </a:solidFill>
                      <a:prstDash val="solid"/>
                    </a:lnR>
                    <a:lnB w="9525">
                      <a:solidFill>
                        <a:srgbClr val="D8E1D3"/>
                      </a:solidFill>
                      <a:prstDash val="solid"/>
                    </a:lnB>
                    <a:solidFill>
                      <a:srgbClr val="EDF2E7"/>
                    </a:solidFill>
                  </a:tcPr>
                </a:tc>
              </a:tr>
              <a:tr h="579438">
                <a:tc>
                  <a:txBody>
                    <a:bodyPr/>
                    <a:lstStyle/>
                    <a:p>
                      <a:r>
                        <a:rPr sz="1950" b="0">
                          <a:solidFill>
                            <a:srgbClr val="123C2E"/>
                          </a:solidFill>
                          <a:latin typeface="Arial"/>
                          <a:ea typeface="Arial"/>
                          <a:cs typeface="Arial"/>
                        </a:rPr>
                        <a:t>Exact critical fields, 26 CSV invoices</a:t>
                      </a:r>
                    </a:p>
                  </a:txBody>
                  <a:tcPr marL="91440" marR="91440" marT="45720" marB="45720">
                    <a:lnL w="9525">
                      <a:solidFill>
                        <a:srgbClr val="D8E1D3"/>
                      </a:solidFill>
                      <a:prstDash val="solid"/>
                    </a:lnL>
                    <a:lnR w="9525">
                      <a:solidFill>
                        <a:srgbClr val="D8E1D3"/>
                      </a:solidFill>
                      <a:prstDash val="solid"/>
                    </a:lnR>
                    <a:lnB w="9525">
                      <a:solidFill>
                        <a:srgbClr val="D8E1D3"/>
                      </a:solidFill>
                      <a:prstDash val="solid"/>
                    </a:lnB>
                    <a:solidFill>
                      <a:srgbClr val="FFFFFF"/>
                    </a:solidFill>
                  </a:tcPr>
                </a:tc>
                <a:tc>
                  <a:txBody>
                    <a:bodyPr/>
                    <a:lstStyle/>
                    <a:p>
                      <a:r>
                        <a:rPr sz="1950" b="0">
                          <a:solidFill>
                            <a:srgbClr val="123C2E"/>
                          </a:solidFill>
                          <a:latin typeface="Arial"/>
                          <a:ea typeface="Arial"/>
                          <a:cs typeface="Arial"/>
                        </a:rPr>
                        <a:t>156 / 156</a:t>
                      </a:r>
                    </a:p>
                  </a:txBody>
                  <a:tcPr marL="91440" marR="91440" marT="45720" marB="45720">
                    <a:lnR w="9525">
                      <a:solidFill>
                        <a:srgbClr val="D8E1D3"/>
                      </a:solidFill>
                      <a:prstDash val="solid"/>
                    </a:lnR>
                    <a:lnB w="9525">
                      <a:solidFill>
                        <a:srgbClr val="D8E1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4A7AA19-7434-4624-8173-32079C16E81D}"/>
              </a:ext>
            </a:extLst>
          </p:cNvPr>
          <p:cNvSpPr>
            <a:spLocks xmlns:a="http://schemas.openxmlformats.org/drawingml/2006/main" noGrp="1"/>
          </p:cNvSpPr>
          <p:nvPr/>
        </p:nvSpPr>
        <p:spPr>
          <a:xfrm xmlns:a="http://schemas.openxmlformats.org/drawingml/2006/main">
            <a:off x="609600" y="53244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3C2E"/>
                </a:solidFill>
                <a:latin typeface="Arial"/>
                <a:ea typeface="Arial"/>
                <a:cs typeface="Arial"/>
              </a:defRPr>
            </a:defPPr>
            <a:lvl1pPr>
              <a:buNone/>
              <a:defRPr sz="2250" b="1">
                <a:solidFill>
                  <a:srgbClr val="123C2E"/>
                </a:solidFill>
                <a:latin typeface="Arial"/>
                <a:ea typeface="Arial"/>
                <a:cs typeface="Arial"/>
              </a:defRPr>
            </a:lvl1pPr>
            <a:lvl2pPr>
              <a:buNone/>
              <a:defRPr sz="2250" b="1">
                <a:solidFill>
                  <a:srgbClr val="123C2E"/>
                </a:solidFill>
                <a:latin typeface="Arial"/>
                <a:ea typeface="Arial"/>
                <a:cs typeface="Arial"/>
              </a:defRPr>
            </a:lvl2pPr>
            <a:lvl3pPr>
              <a:buNone/>
              <a:defRPr sz="2250" b="1">
                <a:solidFill>
                  <a:srgbClr val="123C2E"/>
                </a:solidFill>
                <a:latin typeface="Arial"/>
                <a:ea typeface="Arial"/>
                <a:cs typeface="Arial"/>
              </a:defRPr>
            </a:lvl3pPr>
            <a:lvl4pPr>
              <a:buNone/>
              <a:defRPr sz="2250" b="1">
                <a:solidFill>
                  <a:srgbClr val="123C2E"/>
                </a:solidFill>
                <a:latin typeface="Arial"/>
                <a:ea typeface="Arial"/>
                <a:cs typeface="Arial"/>
              </a:defRPr>
            </a:lvl4pPr>
            <a:lvl5pPr>
              <a:buNone/>
              <a:defRPr sz="2250" b="1">
                <a:solidFill>
                  <a:srgbClr val="123C2E"/>
                </a:solidFill>
                <a:latin typeface="Arial"/>
                <a:ea typeface="Arial"/>
                <a:cs typeface="Arial"/>
              </a:defRPr>
            </a:lvl5pPr>
            <a:lvl6pPr>
              <a:buNone/>
              <a:defRPr sz="2250" b="1">
                <a:solidFill>
                  <a:srgbClr val="123C2E"/>
                </a:solidFill>
                <a:latin typeface="Arial"/>
                <a:ea typeface="Arial"/>
                <a:cs typeface="Arial"/>
              </a:defRPr>
            </a:lvl6pPr>
            <a:lvl7pPr>
              <a:buNone/>
              <a:defRPr sz="2250" b="1">
                <a:solidFill>
                  <a:srgbClr val="123C2E"/>
                </a:solidFill>
                <a:latin typeface="Arial"/>
                <a:ea typeface="Arial"/>
                <a:cs typeface="Arial"/>
              </a:defRPr>
            </a:lvl7pPr>
            <a:lvl8pPr>
              <a:buNone/>
              <a:defRPr sz="2250" b="1">
                <a:solidFill>
                  <a:srgbClr val="123C2E"/>
                </a:solidFill>
                <a:latin typeface="Arial"/>
                <a:ea typeface="Arial"/>
                <a:cs typeface="Arial"/>
              </a:defRPr>
            </a:lvl8pPr>
            <a:lvl9pPr>
              <a:buNone/>
              <a:defRPr sz="2250" b="1">
                <a:solidFill>
                  <a:srgbClr val="123C2E"/>
                </a:solidFill>
                <a:latin typeface="Arial"/>
                <a:ea typeface="Arial"/>
                <a:cs typeface="Arial"/>
              </a:defRPr>
            </a:lvl9pPr>
          </a:lstStyle>
          <a:p xmlns:a="http://schemas.openxmlformats.org/drawingml/2006/main">
            <a:pPr>
              <a:buNone/>
              <a:defRPr sz="2250" b="1">
                <a:solidFill>
                  <a:srgbClr val="123C2E"/>
                </a:solidFill>
                <a:latin typeface="Arial"/>
                <a:ea typeface="Arial"/>
                <a:cs typeface="Arial"/>
              </a:defRPr>
            </a:pPr>
            <a:r>
              <a:rPr sz="2250" b="1">
                <a:solidFill>
                  <a:srgbClr val="123C2E"/>
                </a:solidFill>
                <a:latin typeface="Arial"/>
                <a:ea typeface="Arial"/>
                <a:cs typeface="Arial"/>
              </a:rPr>
              <a:t>Known safe miss: N13 asked an unnecessary extra question</a:t>
            </a:r>
          </a:p>
        </p:txBody>
      </p:sp>
      <p:sp>
        <p:nvSpPr>
          <p:cNvPr id="5" name="">
            <a:extLst xmlns:a="http://schemas.openxmlformats.org/drawingml/2006/main">
              <a:ext uri="{FF2B5EF4-FFF2-40B4-BE49-F238E27FC236}">
                <a16:creationId xmlns:a16="http://schemas.microsoft.com/office/drawing/2014/main" id="{90C75397-3A68-4ED4-B9A8-8A3A9A6BECA9}"/>
              </a:ext>
            </a:extLst>
          </p:cNvPr>
          <p:cNvSpPr>
            <a:spLocks xmlns:a="http://schemas.openxmlformats.org/drawingml/2006/main" noGrp="1"/>
          </p:cNvSpPr>
          <p:nvPr/>
        </p:nvSpPr>
        <p:spPr>
          <a:xfrm xmlns:a="http://schemas.openxmlformats.org/drawingml/2006/main">
            <a:off x="609600" y="60769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94B"/>
                </a:solidFill>
                <a:latin typeface="Arial"/>
                <a:ea typeface="Arial"/>
                <a:cs typeface="Arial"/>
              </a:defRPr>
            </a:defPPr>
            <a:lvl1pPr>
              <a:buNone/>
              <a:defRPr sz="1650" b="0">
                <a:solidFill>
                  <a:srgbClr val="53694B"/>
                </a:solidFill>
                <a:latin typeface="Arial"/>
                <a:ea typeface="Arial"/>
                <a:cs typeface="Arial"/>
              </a:defRPr>
            </a:lvl1pPr>
            <a:lvl2pPr>
              <a:buNone/>
              <a:defRPr sz="1650" b="0">
                <a:solidFill>
                  <a:srgbClr val="53694B"/>
                </a:solidFill>
                <a:latin typeface="Arial"/>
                <a:ea typeface="Arial"/>
                <a:cs typeface="Arial"/>
              </a:defRPr>
            </a:lvl2pPr>
            <a:lvl3pPr>
              <a:buNone/>
              <a:defRPr sz="1650" b="0">
                <a:solidFill>
                  <a:srgbClr val="53694B"/>
                </a:solidFill>
                <a:latin typeface="Arial"/>
                <a:ea typeface="Arial"/>
                <a:cs typeface="Arial"/>
              </a:defRPr>
            </a:lvl3pPr>
            <a:lvl4pPr>
              <a:buNone/>
              <a:defRPr sz="1650" b="0">
                <a:solidFill>
                  <a:srgbClr val="53694B"/>
                </a:solidFill>
                <a:latin typeface="Arial"/>
                <a:ea typeface="Arial"/>
                <a:cs typeface="Arial"/>
              </a:defRPr>
            </a:lvl4pPr>
            <a:lvl5pPr>
              <a:buNone/>
              <a:defRPr sz="1650" b="0">
                <a:solidFill>
                  <a:srgbClr val="53694B"/>
                </a:solidFill>
                <a:latin typeface="Arial"/>
                <a:ea typeface="Arial"/>
                <a:cs typeface="Arial"/>
              </a:defRPr>
            </a:lvl5pPr>
            <a:lvl6pPr>
              <a:buNone/>
              <a:defRPr sz="1650" b="0">
                <a:solidFill>
                  <a:srgbClr val="53694B"/>
                </a:solidFill>
                <a:latin typeface="Arial"/>
                <a:ea typeface="Arial"/>
                <a:cs typeface="Arial"/>
              </a:defRPr>
            </a:lvl6pPr>
            <a:lvl7pPr>
              <a:buNone/>
              <a:defRPr sz="1650" b="0">
                <a:solidFill>
                  <a:srgbClr val="53694B"/>
                </a:solidFill>
                <a:latin typeface="Arial"/>
                <a:ea typeface="Arial"/>
                <a:cs typeface="Arial"/>
              </a:defRPr>
            </a:lvl7pPr>
            <a:lvl8pPr>
              <a:buNone/>
              <a:defRPr sz="1650" b="0">
                <a:solidFill>
                  <a:srgbClr val="53694B"/>
                </a:solidFill>
                <a:latin typeface="Arial"/>
                <a:ea typeface="Arial"/>
                <a:cs typeface="Arial"/>
              </a:defRPr>
            </a:lvl8pPr>
            <a:lvl9pPr>
              <a:buNone/>
              <a:defRPr sz="1650" b="0">
                <a:solidFill>
                  <a:srgbClr val="53694B"/>
                </a:solidFill>
                <a:latin typeface="Arial"/>
                <a:ea typeface="Arial"/>
                <a:cs typeface="Arial"/>
              </a:defRPr>
            </a:lvl9pPr>
          </a:lstStyle>
          <a:p xmlns:a="http://schemas.openxmlformats.org/drawingml/2006/main">
            <a:pPr>
              <a:buNone/>
              <a:defRPr sz="1650" b="0">
                <a:solidFill>
                  <a:srgbClr val="53694B"/>
                </a:solidFill>
                <a:latin typeface="Arial"/>
                <a:ea typeface="Arial"/>
                <a:cs typeface="Arial"/>
              </a:defRPr>
            </a:pPr>
            <a:r>
              <a:rPr sz="1650" b="0">
                <a:solidFill>
                  <a:srgbClr val="53694B"/>
                </a:solidFill>
                <a:latin typeface="Arial"/>
                <a:ea typeface="Arial"/>
                <a:cs typeface="Arial"/>
              </a:rPr>
              <a:t>40 fixed synthetic cases · repaired v5 regression · 19 October 2026</a:t>
            </a:r>
          </a:p>
        </p:txBody>
      </p:sp>
    </p:spTree>
    <p:extLst>
      <p:ext uri="{BB962C8B-B14F-4D97-AF65-F5344CB8AC3E}">
        <p14:creationId xmlns:p14="http://schemas.microsoft.com/office/powerpoint/2010/main" val="137714637"/>
      </p:ext>
    </p:extLst>
  </p:cSld>
</p:sld>
</file>

<file path=ppt/slides/slide9.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63309B-9AE1-4FFD-B6D9-6E636E07253C}"/>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C2E"/>
                </a:solidFill>
                <a:latin typeface="Arial"/>
                <a:ea typeface="Arial"/>
                <a:cs typeface="Arial"/>
              </a:defRPr>
            </a:defPPr>
            <a:lvl1pPr>
              <a:buNone/>
              <a:defRPr sz="3300" b="1">
                <a:solidFill>
                  <a:srgbClr val="123C2E"/>
                </a:solidFill>
                <a:latin typeface="Arial"/>
                <a:ea typeface="Arial"/>
                <a:cs typeface="Arial"/>
              </a:defRPr>
            </a:lvl1pPr>
            <a:lvl2pPr>
              <a:buNone/>
              <a:defRPr sz="3300" b="1">
                <a:solidFill>
                  <a:srgbClr val="123C2E"/>
                </a:solidFill>
                <a:latin typeface="Arial"/>
                <a:ea typeface="Arial"/>
                <a:cs typeface="Arial"/>
              </a:defRPr>
            </a:lvl2pPr>
            <a:lvl3pPr>
              <a:buNone/>
              <a:defRPr sz="3300" b="1">
                <a:solidFill>
                  <a:srgbClr val="123C2E"/>
                </a:solidFill>
                <a:latin typeface="Arial"/>
                <a:ea typeface="Arial"/>
                <a:cs typeface="Arial"/>
              </a:defRPr>
            </a:lvl3pPr>
            <a:lvl4pPr>
              <a:buNone/>
              <a:defRPr sz="3300" b="1">
                <a:solidFill>
                  <a:srgbClr val="123C2E"/>
                </a:solidFill>
                <a:latin typeface="Arial"/>
                <a:ea typeface="Arial"/>
                <a:cs typeface="Arial"/>
              </a:defRPr>
            </a:lvl4pPr>
            <a:lvl5pPr>
              <a:buNone/>
              <a:defRPr sz="3300" b="1">
                <a:solidFill>
                  <a:srgbClr val="123C2E"/>
                </a:solidFill>
                <a:latin typeface="Arial"/>
                <a:ea typeface="Arial"/>
                <a:cs typeface="Arial"/>
              </a:defRPr>
            </a:lvl5pPr>
            <a:lvl6pPr>
              <a:buNone/>
              <a:defRPr sz="3300" b="1">
                <a:solidFill>
                  <a:srgbClr val="123C2E"/>
                </a:solidFill>
                <a:latin typeface="Arial"/>
                <a:ea typeface="Arial"/>
                <a:cs typeface="Arial"/>
              </a:defRPr>
            </a:lvl6pPr>
            <a:lvl7pPr>
              <a:buNone/>
              <a:defRPr sz="3300" b="1">
                <a:solidFill>
                  <a:srgbClr val="123C2E"/>
                </a:solidFill>
                <a:latin typeface="Arial"/>
                <a:ea typeface="Arial"/>
                <a:cs typeface="Arial"/>
              </a:defRPr>
            </a:lvl7pPr>
            <a:lvl8pPr>
              <a:buNone/>
              <a:defRPr sz="3300" b="1">
                <a:solidFill>
                  <a:srgbClr val="123C2E"/>
                </a:solidFill>
                <a:latin typeface="Arial"/>
                <a:ea typeface="Arial"/>
                <a:cs typeface="Arial"/>
              </a:defRPr>
            </a:lvl8pPr>
            <a:lvl9pPr>
              <a:buNone/>
              <a:defRPr sz="3300" b="1">
                <a:solidFill>
                  <a:srgbClr val="123C2E"/>
                </a:solidFill>
                <a:latin typeface="Arial"/>
                <a:ea typeface="Arial"/>
                <a:cs typeface="Arial"/>
              </a:defRPr>
            </a:lvl9pPr>
          </a:lstStyle>
          <a:p xmlns:a="http://schemas.openxmlformats.org/drawingml/2006/main">
            <a:pPr>
              <a:buNone/>
              <a:defRPr sz="3300" b="1">
                <a:solidFill>
                  <a:srgbClr val="123C2E"/>
                </a:solidFill>
                <a:latin typeface="Arial"/>
                <a:ea typeface="Arial"/>
                <a:cs typeface="Arial"/>
              </a:defRPr>
            </a:pPr>
            <a:r>
              <a:rPr sz="3300" b="1">
                <a:solidFill>
                  <a:srgbClr val="123C2E"/>
                </a:solidFill>
                <a:latin typeface="Arial"/>
                <a:ea typeface="Arial"/>
                <a:cs typeface="Arial"/>
              </a:rPr>
              <a:t>The hosted owner workspace</a:t>
            </a:r>
          </a:p>
        </p:txBody>
      </p:sp>
      <p:sp>
        <p:nvSpPr>
          <p:cNvPr id="2" name="">
            <a:extLst xmlns:a="http://schemas.openxmlformats.org/drawingml/2006/main">
              <a:ext uri="{FF2B5EF4-FFF2-40B4-BE49-F238E27FC236}">
                <a16:creationId xmlns:a16="http://schemas.microsoft.com/office/drawing/2014/main" id="{AD50FBE7-8CA6-4982-A906-B2A6F00EB202}"/>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94B"/>
                </a:solidFill>
                <a:latin typeface="Arial"/>
                <a:ea typeface="Arial"/>
                <a:cs typeface="Arial"/>
              </a:defRPr>
            </a:defPPr>
            <a:lvl1pPr>
              <a:buNone/>
              <a:defRPr sz="1275" b="0">
                <a:solidFill>
                  <a:srgbClr val="53694B"/>
                </a:solidFill>
                <a:latin typeface="Arial"/>
                <a:ea typeface="Arial"/>
                <a:cs typeface="Arial"/>
              </a:defRPr>
            </a:lvl1pPr>
            <a:lvl2pPr>
              <a:buNone/>
              <a:defRPr sz="1275" b="0">
                <a:solidFill>
                  <a:srgbClr val="53694B"/>
                </a:solidFill>
                <a:latin typeface="Arial"/>
                <a:ea typeface="Arial"/>
                <a:cs typeface="Arial"/>
              </a:defRPr>
            </a:lvl2pPr>
            <a:lvl3pPr>
              <a:buNone/>
              <a:defRPr sz="1275" b="0">
                <a:solidFill>
                  <a:srgbClr val="53694B"/>
                </a:solidFill>
                <a:latin typeface="Arial"/>
                <a:ea typeface="Arial"/>
                <a:cs typeface="Arial"/>
              </a:defRPr>
            </a:lvl3pPr>
            <a:lvl4pPr>
              <a:buNone/>
              <a:defRPr sz="1275" b="0">
                <a:solidFill>
                  <a:srgbClr val="53694B"/>
                </a:solidFill>
                <a:latin typeface="Arial"/>
                <a:ea typeface="Arial"/>
                <a:cs typeface="Arial"/>
              </a:defRPr>
            </a:lvl4pPr>
            <a:lvl5pPr>
              <a:buNone/>
              <a:defRPr sz="1275" b="0">
                <a:solidFill>
                  <a:srgbClr val="53694B"/>
                </a:solidFill>
                <a:latin typeface="Arial"/>
                <a:ea typeface="Arial"/>
                <a:cs typeface="Arial"/>
              </a:defRPr>
            </a:lvl5pPr>
            <a:lvl6pPr>
              <a:buNone/>
              <a:defRPr sz="1275" b="0">
                <a:solidFill>
                  <a:srgbClr val="53694B"/>
                </a:solidFill>
                <a:latin typeface="Arial"/>
                <a:ea typeface="Arial"/>
                <a:cs typeface="Arial"/>
              </a:defRPr>
            </a:lvl6pPr>
            <a:lvl7pPr>
              <a:buNone/>
              <a:defRPr sz="1275" b="0">
                <a:solidFill>
                  <a:srgbClr val="53694B"/>
                </a:solidFill>
                <a:latin typeface="Arial"/>
                <a:ea typeface="Arial"/>
                <a:cs typeface="Arial"/>
              </a:defRPr>
            </a:lvl7pPr>
            <a:lvl8pPr>
              <a:buNone/>
              <a:defRPr sz="1275" b="0">
                <a:solidFill>
                  <a:srgbClr val="53694B"/>
                </a:solidFill>
                <a:latin typeface="Arial"/>
                <a:ea typeface="Arial"/>
                <a:cs typeface="Arial"/>
              </a:defRPr>
            </a:lvl8pPr>
            <a:lvl9pPr>
              <a:buNone/>
              <a:defRPr sz="1275" b="0">
                <a:solidFill>
                  <a:srgbClr val="53694B"/>
                </a:solidFill>
                <a:latin typeface="Arial"/>
                <a:ea typeface="Arial"/>
                <a:cs typeface="Arial"/>
              </a:defRPr>
            </a:lvl9pPr>
          </a:lstStyle>
          <a:p xmlns:a="http://schemas.openxmlformats.org/drawingml/2006/main">
            <a:pPr>
              <a:buNone/>
              <a:defRPr sz="1275" b="0">
                <a:solidFill>
                  <a:srgbClr val="53694B"/>
                </a:solidFill>
                <a:latin typeface="Arial"/>
                <a:ea typeface="Arial"/>
                <a:cs typeface="Arial"/>
              </a:defRPr>
            </a:pPr>
            <a:r>
              <a:rPr sz="1275" b="0">
                <a:solidFill>
                  <a:srgbClr val="53694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7B57195-0256-426B-AB4B-A4983880D5AB}"/>
              </a:ext>
            </a:extLst>
          </p:cNvPr>
          <p:cNvSpPr>
            <a:spLocks xmlns:a="http://schemas.openxmlformats.org/drawingml/2006/main" noGrp="1"/>
          </p:cNvSpPr>
          <p:nvPr/>
        </p:nvSpPr>
        <p:spPr>
          <a:xfrm xmlns:a="http://schemas.openxmlformats.org/drawingml/2006/main">
            <a:off x="609600" y="1762125"/>
            <a:ext cx="3524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C2E"/>
                </a:solidFill>
                <a:latin typeface="Arial"/>
                <a:ea typeface="Arial"/>
                <a:cs typeface="Arial"/>
              </a:defRPr>
            </a:defPPr>
            <a:lvl1pPr>
              <a:buNone/>
              <a:defRPr sz="2175" b="1">
                <a:solidFill>
                  <a:srgbClr val="123C2E"/>
                </a:solidFill>
                <a:latin typeface="Arial"/>
                <a:ea typeface="Arial"/>
                <a:cs typeface="Arial"/>
              </a:defRPr>
            </a:lvl1pPr>
            <a:lvl2pPr>
              <a:buNone/>
              <a:defRPr sz="2175" b="1">
                <a:solidFill>
                  <a:srgbClr val="123C2E"/>
                </a:solidFill>
                <a:latin typeface="Arial"/>
                <a:ea typeface="Arial"/>
                <a:cs typeface="Arial"/>
              </a:defRPr>
            </a:lvl2pPr>
            <a:lvl3pPr>
              <a:buNone/>
              <a:defRPr sz="2175" b="1">
                <a:solidFill>
                  <a:srgbClr val="123C2E"/>
                </a:solidFill>
                <a:latin typeface="Arial"/>
                <a:ea typeface="Arial"/>
                <a:cs typeface="Arial"/>
              </a:defRPr>
            </a:lvl3pPr>
            <a:lvl4pPr>
              <a:buNone/>
              <a:defRPr sz="2175" b="1">
                <a:solidFill>
                  <a:srgbClr val="123C2E"/>
                </a:solidFill>
                <a:latin typeface="Arial"/>
                <a:ea typeface="Arial"/>
                <a:cs typeface="Arial"/>
              </a:defRPr>
            </a:lvl4pPr>
            <a:lvl5pPr>
              <a:buNone/>
              <a:defRPr sz="2175" b="1">
                <a:solidFill>
                  <a:srgbClr val="123C2E"/>
                </a:solidFill>
                <a:latin typeface="Arial"/>
                <a:ea typeface="Arial"/>
                <a:cs typeface="Arial"/>
              </a:defRPr>
            </a:lvl5pPr>
            <a:lvl6pPr>
              <a:buNone/>
              <a:defRPr sz="2175" b="1">
                <a:solidFill>
                  <a:srgbClr val="123C2E"/>
                </a:solidFill>
                <a:latin typeface="Arial"/>
                <a:ea typeface="Arial"/>
                <a:cs typeface="Arial"/>
              </a:defRPr>
            </a:lvl6pPr>
            <a:lvl7pPr>
              <a:buNone/>
              <a:defRPr sz="2175" b="1">
                <a:solidFill>
                  <a:srgbClr val="123C2E"/>
                </a:solidFill>
                <a:latin typeface="Arial"/>
                <a:ea typeface="Arial"/>
                <a:cs typeface="Arial"/>
              </a:defRPr>
            </a:lvl7pPr>
            <a:lvl8pPr>
              <a:buNone/>
              <a:defRPr sz="2175" b="1">
                <a:solidFill>
                  <a:srgbClr val="123C2E"/>
                </a:solidFill>
                <a:latin typeface="Arial"/>
                <a:ea typeface="Arial"/>
                <a:cs typeface="Arial"/>
              </a:defRPr>
            </a:lvl8pPr>
            <a:lvl9pPr>
              <a:buNone/>
              <a:defRPr sz="2175" b="1">
                <a:solidFill>
                  <a:srgbClr val="123C2E"/>
                </a:solidFill>
                <a:latin typeface="Arial"/>
                <a:ea typeface="Arial"/>
                <a:cs typeface="Arial"/>
              </a:defRPr>
            </a:lvl9pPr>
          </a:lstStyle>
          <a:p xmlns:a="http://schemas.openxmlformats.org/drawingml/2006/main">
            <a:pPr>
              <a:buNone/>
              <a:defRPr sz="2175" b="1">
                <a:solidFill>
                  <a:srgbClr val="123C2E"/>
                </a:solidFill>
                <a:latin typeface="Arial"/>
                <a:ea typeface="Arial"/>
                <a:cs typeface="Arial"/>
              </a:defRPr>
            </a:pPr>
            <a:r>
              <a:rPr sz="2175" b="1">
                <a:solidFill>
                  <a:srgbClr val="123C2E"/>
                </a:solidFill>
                <a:latin typeface="Arial"/>
                <a:ea typeface="Arial"/>
                <a:cs typeface="Arial"/>
              </a:rPr>
              <a:t>Render serves the protected application</a:t>
            </a:r>
          </a:p>
        </p:txBody>
      </p:sp>
      <p:sp>
        <p:nvSpPr>
          <p:cNvPr id="4" name="">
            <a:extLst xmlns:a="http://schemas.openxmlformats.org/drawingml/2006/main">
              <a:ext uri="{FF2B5EF4-FFF2-40B4-BE49-F238E27FC236}">
                <a16:creationId xmlns:a16="http://schemas.microsoft.com/office/drawing/2014/main" id="{830824C1-013C-49D4-A4A0-D209D6BD34F8}"/>
              </a:ext>
            </a:extLst>
          </p:cNvPr>
          <p:cNvSpPr>
            <a:spLocks xmlns:a="http://schemas.openxmlformats.org/drawingml/2006/main" noGrp="1"/>
          </p:cNvSpPr>
          <p:nvPr/>
        </p:nvSpPr>
        <p:spPr>
          <a:xfrm xmlns:a="http://schemas.openxmlformats.org/drawingml/2006/main">
            <a:off x="609600" y="2809875"/>
            <a:ext cx="3524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C2E"/>
                </a:solidFill>
                <a:latin typeface="Arial"/>
                <a:ea typeface="Arial"/>
                <a:cs typeface="Arial"/>
              </a:defRPr>
            </a:defPPr>
            <a:lvl1pPr>
              <a:buNone/>
              <a:defRPr sz="2175" b="0">
                <a:solidFill>
                  <a:srgbClr val="123C2E"/>
                </a:solidFill>
                <a:latin typeface="Arial"/>
                <a:ea typeface="Arial"/>
                <a:cs typeface="Arial"/>
              </a:defRPr>
            </a:lvl1pPr>
            <a:lvl2pPr>
              <a:buNone/>
              <a:defRPr sz="2175" b="0">
                <a:solidFill>
                  <a:srgbClr val="123C2E"/>
                </a:solidFill>
                <a:latin typeface="Arial"/>
                <a:ea typeface="Arial"/>
                <a:cs typeface="Arial"/>
              </a:defRPr>
            </a:lvl2pPr>
            <a:lvl3pPr>
              <a:buNone/>
              <a:defRPr sz="2175" b="0">
                <a:solidFill>
                  <a:srgbClr val="123C2E"/>
                </a:solidFill>
                <a:latin typeface="Arial"/>
                <a:ea typeface="Arial"/>
                <a:cs typeface="Arial"/>
              </a:defRPr>
            </a:lvl3pPr>
            <a:lvl4pPr>
              <a:buNone/>
              <a:defRPr sz="2175" b="0">
                <a:solidFill>
                  <a:srgbClr val="123C2E"/>
                </a:solidFill>
                <a:latin typeface="Arial"/>
                <a:ea typeface="Arial"/>
                <a:cs typeface="Arial"/>
              </a:defRPr>
            </a:lvl4pPr>
            <a:lvl5pPr>
              <a:buNone/>
              <a:defRPr sz="2175" b="0">
                <a:solidFill>
                  <a:srgbClr val="123C2E"/>
                </a:solidFill>
                <a:latin typeface="Arial"/>
                <a:ea typeface="Arial"/>
                <a:cs typeface="Arial"/>
              </a:defRPr>
            </a:lvl5pPr>
            <a:lvl6pPr>
              <a:buNone/>
              <a:defRPr sz="2175" b="0">
                <a:solidFill>
                  <a:srgbClr val="123C2E"/>
                </a:solidFill>
                <a:latin typeface="Arial"/>
                <a:ea typeface="Arial"/>
                <a:cs typeface="Arial"/>
              </a:defRPr>
            </a:lvl6pPr>
            <a:lvl7pPr>
              <a:buNone/>
              <a:defRPr sz="2175" b="0">
                <a:solidFill>
                  <a:srgbClr val="123C2E"/>
                </a:solidFill>
                <a:latin typeface="Arial"/>
                <a:ea typeface="Arial"/>
                <a:cs typeface="Arial"/>
              </a:defRPr>
            </a:lvl7pPr>
            <a:lvl8pPr>
              <a:buNone/>
              <a:defRPr sz="2175" b="0">
                <a:solidFill>
                  <a:srgbClr val="123C2E"/>
                </a:solidFill>
                <a:latin typeface="Arial"/>
                <a:ea typeface="Arial"/>
                <a:cs typeface="Arial"/>
              </a:defRPr>
            </a:lvl8pPr>
            <a:lvl9pPr>
              <a:buNone/>
              <a:defRPr sz="2175" b="0">
                <a:solidFill>
                  <a:srgbClr val="123C2E"/>
                </a:solidFill>
                <a:latin typeface="Arial"/>
                <a:ea typeface="Arial"/>
                <a:cs typeface="Arial"/>
              </a:defRPr>
            </a:lvl9pPr>
          </a:lstStyle>
          <a:p xmlns:a="http://schemas.openxmlformats.org/drawingml/2006/main">
            <a:pPr>
              <a:buNone/>
              <a:defRPr sz="2175" b="0">
                <a:solidFill>
                  <a:srgbClr val="123C2E"/>
                </a:solidFill>
                <a:latin typeface="Arial"/>
                <a:ea typeface="Arial"/>
                <a:cs typeface="Arial"/>
              </a:defRPr>
            </a:pPr>
            <a:r>
              <a:rPr sz="2175" b="0">
                <a:solidFill>
                  <a:srgbClr val="123C2E"/>
                </a:solidFill>
                <a:latin typeface="Arial"/>
                <a:ea typeface="Arial"/>
                <a:cs typeface="Arial"/>
              </a:rPr>
              <a:t>Neon stores encrypted recovery snapshots</a:t>
            </a:r>
          </a:p>
        </p:txBody>
      </p:sp>
      <p:sp>
        <p:nvSpPr>
          <p:cNvPr id="5" name="">
            <a:extLst xmlns:a="http://schemas.openxmlformats.org/drawingml/2006/main">
              <a:ext uri="{FF2B5EF4-FFF2-40B4-BE49-F238E27FC236}">
                <a16:creationId xmlns:a16="http://schemas.microsoft.com/office/drawing/2014/main" id="{31879CEC-EEA2-4EE3-9667-E85B7619DDAE}"/>
              </a:ext>
            </a:extLst>
          </p:cNvPr>
          <p:cNvSpPr>
            <a:spLocks xmlns:a="http://schemas.openxmlformats.org/drawingml/2006/main" noGrp="1"/>
          </p:cNvSpPr>
          <p:nvPr/>
        </p:nvSpPr>
        <p:spPr>
          <a:xfrm xmlns:a="http://schemas.openxmlformats.org/drawingml/2006/main">
            <a:off x="609600" y="3857625"/>
            <a:ext cx="3524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C2E"/>
                </a:solidFill>
                <a:latin typeface="Arial"/>
                <a:ea typeface="Arial"/>
                <a:cs typeface="Arial"/>
              </a:defRPr>
            </a:defPPr>
            <a:lvl1pPr>
              <a:buNone/>
              <a:defRPr sz="2175" b="0">
                <a:solidFill>
                  <a:srgbClr val="123C2E"/>
                </a:solidFill>
                <a:latin typeface="Arial"/>
                <a:ea typeface="Arial"/>
                <a:cs typeface="Arial"/>
              </a:defRPr>
            </a:lvl1pPr>
            <a:lvl2pPr>
              <a:buNone/>
              <a:defRPr sz="2175" b="0">
                <a:solidFill>
                  <a:srgbClr val="123C2E"/>
                </a:solidFill>
                <a:latin typeface="Arial"/>
                <a:ea typeface="Arial"/>
                <a:cs typeface="Arial"/>
              </a:defRPr>
            </a:lvl2pPr>
            <a:lvl3pPr>
              <a:buNone/>
              <a:defRPr sz="2175" b="0">
                <a:solidFill>
                  <a:srgbClr val="123C2E"/>
                </a:solidFill>
                <a:latin typeface="Arial"/>
                <a:ea typeface="Arial"/>
                <a:cs typeface="Arial"/>
              </a:defRPr>
            </a:lvl3pPr>
            <a:lvl4pPr>
              <a:buNone/>
              <a:defRPr sz="2175" b="0">
                <a:solidFill>
                  <a:srgbClr val="123C2E"/>
                </a:solidFill>
                <a:latin typeface="Arial"/>
                <a:ea typeface="Arial"/>
                <a:cs typeface="Arial"/>
              </a:defRPr>
            </a:lvl4pPr>
            <a:lvl5pPr>
              <a:buNone/>
              <a:defRPr sz="2175" b="0">
                <a:solidFill>
                  <a:srgbClr val="123C2E"/>
                </a:solidFill>
                <a:latin typeface="Arial"/>
                <a:ea typeface="Arial"/>
                <a:cs typeface="Arial"/>
              </a:defRPr>
            </a:lvl5pPr>
            <a:lvl6pPr>
              <a:buNone/>
              <a:defRPr sz="2175" b="0">
                <a:solidFill>
                  <a:srgbClr val="123C2E"/>
                </a:solidFill>
                <a:latin typeface="Arial"/>
                <a:ea typeface="Arial"/>
                <a:cs typeface="Arial"/>
              </a:defRPr>
            </a:lvl6pPr>
            <a:lvl7pPr>
              <a:buNone/>
              <a:defRPr sz="2175" b="0">
                <a:solidFill>
                  <a:srgbClr val="123C2E"/>
                </a:solidFill>
                <a:latin typeface="Arial"/>
                <a:ea typeface="Arial"/>
                <a:cs typeface="Arial"/>
              </a:defRPr>
            </a:lvl7pPr>
            <a:lvl8pPr>
              <a:buNone/>
              <a:defRPr sz="2175" b="0">
                <a:solidFill>
                  <a:srgbClr val="123C2E"/>
                </a:solidFill>
                <a:latin typeface="Arial"/>
                <a:ea typeface="Arial"/>
                <a:cs typeface="Arial"/>
              </a:defRPr>
            </a:lvl8pPr>
            <a:lvl9pPr>
              <a:buNone/>
              <a:defRPr sz="2175" b="0">
                <a:solidFill>
                  <a:srgbClr val="123C2E"/>
                </a:solidFill>
                <a:latin typeface="Arial"/>
                <a:ea typeface="Arial"/>
                <a:cs typeface="Arial"/>
              </a:defRPr>
            </a:lvl9pPr>
          </a:lstStyle>
          <a:p xmlns:a="http://schemas.openxmlformats.org/drawingml/2006/main">
            <a:pPr>
              <a:buNone/>
              <a:defRPr sz="2175" b="0">
                <a:solidFill>
                  <a:srgbClr val="123C2E"/>
                </a:solidFill>
                <a:latin typeface="Arial"/>
                <a:ea typeface="Arial"/>
                <a:cs typeface="Arial"/>
              </a:defRPr>
            </a:pPr>
            <a:r>
              <a:rPr sz="2175" b="0">
                <a:solidFill>
                  <a:srgbClr val="123C2E"/>
                </a:solidFill>
                <a:latin typeface="Arial"/>
                <a:ea typeface="Arial"/>
                <a:cs typeface="Arial"/>
              </a:rPr>
              <a:t>Verified restart preserves bills and receipts</a:t>
            </a:r>
          </a:p>
        </p:txBody>
      </p:sp>
      <p:sp>
        <p:nvSpPr>
          <p:cNvPr id="6" name="">
            <a:extLst xmlns:a="http://schemas.openxmlformats.org/drawingml/2006/main">
              <a:ext uri="{FF2B5EF4-FFF2-40B4-BE49-F238E27FC236}">
                <a16:creationId xmlns:a16="http://schemas.microsoft.com/office/drawing/2014/main" id="{FD7EC5B0-0328-4181-8B65-180F3F6DBCC5}"/>
              </a:ext>
            </a:extLst>
          </p:cNvPr>
          <p:cNvSpPr>
            <a:spLocks xmlns:a="http://schemas.openxmlformats.org/drawingml/2006/main" noGrp="1"/>
          </p:cNvSpPr>
          <p:nvPr/>
        </p:nvSpPr>
        <p:spPr>
          <a:xfrm xmlns:a="http://schemas.openxmlformats.org/drawingml/2006/main">
            <a:off x="609600" y="52197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94B"/>
                </a:solidFill>
                <a:latin typeface="Arial"/>
                <a:ea typeface="Arial"/>
                <a:cs typeface="Arial"/>
              </a:defRPr>
            </a:defPPr>
            <a:lvl1pPr>
              <a:buNone/>
              <a:defRPr sz="1950" b="0">
                <a:solidFill>
                  <a:srgbClr val="53694B"/>
                </a:solidFill>
                <a:latin typeface="Arial"/>
                <a:ea typeface="Arial"/>
                <a:cs typeface="Arial"/>
              </a:defRPr>
            </a:lvl1pPr>
            <a:lvl2pPr>
              <a:buNone/>
              <a:defRPr sz="1950" b="0">
                <a:solidFill>
                  <a:srgbClr val="53694B"/>
                </a:solidFill>
                <a:latin typeface="Arial"/>
                <a:ea typeface="Arial"/>
                <a:cs typeface="Arial"/>
              </a:defRPr>
            </a:lvl2pPr>
            <a:lvl3pPr>
              <a:buNone/>
              <a:defRPr sz="1950" b="0">
                <a:solidFill>
                  <a:srgbClr val="53694B"/>
                </a:solidFill>
                <a:latin typeface="Arial"/>
                <a:ea typeface="Arial"/>
                <a:cs typeface="Arial"/>
              </a:defRPr>
            </a:lvl3pPr>
            <a:lvl4pPr>
              <a:buNone/>
              <a:defRPr sz="1950" b="0">
                <a:solidFill>
                  <a:srgbClr val="53694B"/>
                </a:solidFill>
                <a:latin typeface="Arial"/>
                <a:ea typeface="Arial"/>
                <a:cs typeface="Arial"/>
              </a:defRPr>
            </a:lvl4pPr>
            <a:lvl5pPr>
              <a:buNone/>
              <a:defRPr sz="1950" b="0">
                <a:solidFill>
                  <a:srgbClr val="53694B"/>
                </a:solidFill>
                <a:latin typeface="Arial"/>
                <a:ea typeface="Arial"/>
                <a:cs typeface="Arial"/>
              </a:defRPr>
            </a:lvl5pPr>
            <a:lvl6pPr>
              <a:buNone/>
              <a:defRPr sz="1950" b="0">
                <a:solidFill>
                  <a:srgbClr val="53694B"/>
                </a:solidFill>
                <a:latin typeface="Arial"/>
                <a:ea typeface="Arial"/>
                <a:cs typeface="Arial"/>
              </a:defRPr>
            </a:lvl6pPr>
            <a:lvl7pPr>
              <a:buNone/>
              <a:defRPr sz="1950" b="0">
                <a:solidFill>
                  <a:srgbClr val="53694B"/>
                </a:solidFill>
                <a:latin typeface="Arial"/>
                <a:ea typeface="Arial"/>
                <a:cs typeface="Arial"/>
              </a:defRPr>
            </a:lvl7pPr>
            <a:lvl8pPr>
              <a:buNone/>
              <a:defRPr sz="1950" b="0">
                <a:solidFill>
                  <a:srgbClr val="53694B"/>
                </a:solidFill>
                <a:latin typeface="Arial"/>
                <a:ea typeface="Arial"/>
                <a:cs typeface="Arial"/>
              </a:defRPr>
            </a:lvl8pPr>
            <a:lvl9pPr>
              <a:buNone/>
              <a:defRPr sz="1950" b="0">
                <a:solidFill>
                  <a:srgbClr val="53694B"/>
                </a:solidFill>
                <a:latin typeface="Arial"/>
                <a:ea typeface="Arial"/>
                <a:cs typeface="Arial"/>
              </a:defRPr>
            </a:lvl9pPr>
          </a:lstStyle>
          <a:p xmlns:a="http://schemas.openxmlformats.org/drawingml/2006/main">
            <a:pPr>
              <a:buNone/>
              <a:defRPr sz="1950" b="0">
                <a:solidFill>
                  <a:srgbClr val="53694B"/>
                </a:solidFill>
                <a:latin typeface="Arial"/>
                <a:ea typeface="Arial"/>
                <a:cs typeface="Arial"/>
              </a:defRPr>
            </a:pPr>
            <a:r>
              <a:rPr sz="1950" b="0">
                <a:solidFill>
                  <a:srgbClr val="53694B"/>
                </a:solidFill>
                <a:latin typeface="Arial"/>
                <a:ea typeface="Arial"/>
                <a:cs typeface="Arial"/>
              </a:rPr>
              <a:t>Shared login grants full workspace access</a:t>
            </a:r>
          </a:p>
        </p:txBody>
      </p:sp>
      <p:pic>
        <p:nvPicPr>
          <p:cNvPr id="7" name="">
            <a:extLst xmlns:a="http://schemas.openxmlformats.org/drawingml/2006/main">
              <a:ext uri="{FF2B5EF4-FFF2-40B4-BE49-F238E27FC236}">
                <a16:creationId xmlns:a16="http://schemas.microsoft.com/office/drawing/2014/main" id="{DAB0C724-D0F7-4BA2-AE2A-6C4383F85BA7}"/>
              </a:ext>
            </a:extLst>
          </p:cNvPr>
          <p:cNvPicPr>
            <a:picLocks xmlns:a="http://schemas.openxmlformats.org/drawingml/2006/main" noChangeAspect="1"/>
          </p:cNvPicPr>
          <p:nvPr/>
        </p:nvPicPr>
        <p:blipFill>
          <a:blip xmlns:r="http://schemas.openxmlformats.org/officeDocument/2006/relationships" xmlns:a="http://schemas.openxmlformats.org/drawingml/2006/main" r:embed="R30f1e24d06944905"/>
          <a:srcRect xmlns:a="http://schemas.openxmlformats.org/drawingml/2006/main" l="0" t="0" r="0" b="65000"/>
          <a:stretch xmlns:a="http://schemas.openxmlformats.org/drawingml/2006/main"/>
        </p:blipFill>
        <p:spPr>
          <a:xfrm xmlns:a="http://schemas.openxmlformats.org/drawingml/2006/main">
            <a:off x="4381500" y="1571625"/>
            <a:ext cx="7200900" cy="4305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61D2AF6-7F8B-4CE5-B79E-2D2192385C10}"/>
              </a:ext>
            </a:extLst>
          </p:cNvPr>
          <p:cNvSpPr>
            <a:spLocks xmlns:a="http://schemas.openxmlformats.org/drawingml/2006/main" noGrp="1"/>
          </p:cNvSpPr>
          <p:nvPr/>
        </p:nvSpPr>
        <p:spPr>
          <a:xfrm xmlns:a="http://schemas.openxmlformats.org/drawingml/2006/main">
            <a:off x="4381500" y="6076950"/>
            <a:ext cx="720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94B"/>
                </a:solidFill>
                <a:latin typeface="Arial"/>
                <a:ea typeface="Arial"/>
                <a:cs typeface="Arial"/>
              </a:defRPr>
            </a:defPPr>
            <a:lvl1pPr>
              <a:buNone/>
              <a:defRPr sz="1350" b="0">
                <a:solidFill>
                  <a:srgbClr val="53694B"/>
                </a:solidFill>
                <a:latin typeface="Arial"/>
                <a:ea typeface="Arial"/>
                <a:cs typeface="Arial"/>
              </a:defRPr>
            </a:lvl1pPr>
            <a:lvl2pPr>
              <a:buNone/>
              <a:defRPr sz="1350" b="0">
                <a:solidFill>
                  <a:srgbClr val="53694B"/>
                </a:solidFill>
                <a:latin typeface="Arial"/>
                <a:ea typeface="Arial"/>
                <a:cs typeface="Arial"/>
              </a:defRPr>
            </a:lvl2pPr>
            <a:lvl3pPr>
              <a:buNone/>
              <a:defRPr sz="1350" b="0">
                <a:solidFill>
                  <a:srgbClr val="53694B"/>
                </a:solidFill>
                <a:latin typeface="Arial"/>
                <a:ea typeface="Arial"/>
                <a:cs typeface="Arial"/>
              </a:defRPr>
            </a:lvl3pPr>
            <a:lvl4pPr>
              <a:buNone/>
              <a:defRPr sz="1350" b="0">
                <a:solidFill>
                  <a:srgbClr val="53694B"/>
                </a:solidFill>
                <a:latin typeface="Arial"/>
                <a:ea typeface="Arial"/>
                <a:cs typeface="Arial"/>
              </a:defRPr>
            </a:lvl4pPr>
            <a:lvl5pPr>
              <a:buNone/>
              <a:defRPr sz="1350" b="0">
                <a:solidFill>
                  <a:srgbClr val="53694B"/>
                </a:solidFill>
                <a:latin typeface="Arial"/>
                <a:ea typeface="Arial"/>
                <a:cs typeface="Arial"/>
              </a:defRPr>
            </a:lvl5pPr>
            <a:lvl6pPr>
              <a:buNone/>
              <a:defRPr sz="1350" b="0">
                <a:solidFill>
                  <a:srgbClr val="53694B"/>
                </a:solidFill>
                <a:latin typeface="Arial"/>
                <a:ea typeface="Arial"/>
                <a:cs typeface="Arial"/>
              </a:defRPr>
            </a:lvl6pPr>
            <a:lvl7pPr>
              <a:buNone/>
              <a:defRPr sz="1350" b="0">
                <a:solidFill>
                  <a:srgbClr val="53694B"/>
                </a:solidFill>
                <a:latin typeface="Arial"/>
                <a:ea typeface="Arial"/>
                <a:cs typeface="Arial"/>
              </a:defRPr>
            </a:lvl7pPr>
            <a:lvl8pPr>
              <a:buNone/>
              <a:defRPr sz="1350" b="0">
                <a:solidFill>
                  <a:srgbClr val="53694B"/>
                </a:solidFill>
                <a:latin typeface="Arial"/>
                <a:ea typeface="Arial"/>
                <a:cs typeface="Arial"/>
              </a:defRPr>
            </a:lvl8pPr>
            <a:lvl9pPr>
              <a:buNone/>
              <a:defRPr sz="1350" b="0">
                <a:solidFill>
                  <a:srgbClr val="53694B"/>
                </a:solidFill>
                <a:latin typeface="Arial"/>
                <a:ea typeface="Arial"/>
                <a:cs typeface="Arial"/>
              </a:defRPr>
            </a:lvl9pPr>
          </a:lstStyle>
          <a:p xmlns:a="http://schemas.openxmlformats.org/drawingml/2006/main">
            <a:pPr>
              <a:buNone/>
              <a:defRPr sz="1350" b="0">
                <a:solidFill>
                  <a:srgbClr val="53694B"/>
                </a:solidFill>
                <a:latin typeface="Arial"/>
                <a:ea typeface="Arial"/>
                <a:cs typeface="Arial"/>
              </a:defRPr>
            </a:pPr>
            <a:r>
              <a:rPr sz="1350" b="0">
                <a:solidFill>
                  <a:srgbClr val="53694B"/>
                </a:solidFill>
                <a:latin typeface="Arial"/>
                <a:ea typeface="Arial"/>
                <a:cs typeface="Arial"/>
              </a:rPr>
              <a:t>Saved hosted screenshot · 20 October 2026 · existing Sepolia history</a:t>
            </a:r>
          </a:p>
        </p:txBody>
      </p:sp>
    </p:spTree>
    <p:extLst>
      <p:ext uri="{BB962C8B-B14F-4D97-AF65-F5344CB8AC3E}">
        <p14:creationId xmlns:p14="http://schemas.microsoft.com/office/powerpoint/2010/main" val="509687776"/>
      </p:ext>
    </p:extLst>
  </p:cSld>
</p:sld>
</file>

<file path=ppt/slides/slide10.xml><?xml version="1.0" encoding="utf-8"?>
<p:sld xmlns:p="http://schemas.openxmlformats.org/presentationml/2006/main">
  <p:cSld>
    <p:bg>
      <p:bgPr>
        <a:solidFill xmlns:a="http://schemas.openxmlformats.org/drawingml/2006/main">
          <a:srgbClr val="123C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983D1B-F655-424D-B6BD-3558357092EE}"/>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7F3"/>
                </a:solidFill>
                <a:latin typeface="Arial"/>
                <a:ea typeface="Arial"/>
                <a:cs typeface="Arial"/>
              </a:defRPr>
            </a:defPPr>
            <a:lvl1pPr>
              <a:buNone/>
              <a:defRPr sz="3300" b="1">
                <a:solidFill>
                  <a:srgbClr val="F5F7F3"/>
                </a:solidFill>
                <a:latin typeface="Arial"/>
                <a:ea typeface="Arial"/>
                <a:cs typeface="Arial"/>
              </a:defRPr>
            </a:lvl1pPr>
            <a:lvl2pPr>
              <a:buNone/>
              <a:defRPr sz="3300" b="1">
                <a:solidFill>
                  <a:srgbClr val="F5F7F3"/>
                </a:solidFill>
                <a:latin typeface="Arial"/>
                <a:ea typeface="Arial"/>
                <a:cs typeface="Arial"/>
              </a:defRPr>
            </a:lvl2pPr>
            <a:lvl3pPr>
              <a:buNone/>
              <a:defRPr sz="3300" b="1">
                <a:solidFill>
                  <a:srgbClr val="F5F7F3"/>
                </a:solidFill>
                <a:latin typeface="Arial"/>
                <a:ea typeface="Arial"/>
                <a:cs typeface="Arial"/>
              </a:defRPr>
            </a:lvl3pPr>
            <a:lvl4pPr>
              <a:buNone/>
              <a:defRPr sz="3300" b="1">
                <a:solidFill>
                  <a:srgbClr val="F5F7F3"/>
                </a:solidFill>
                <a:latin typeface="Arial"/>
                <a:ea typeface="Arial"/>
                <a:cs typeface="Arial"/>
              </a:defRPr>
            </a:lvl4pPr>
            <a:lvl5pPr>
              <a:buNone/>
              <a:defRPr sz="3300" b="1">
                <a:solidFill>
                  <a:srgbClr val="F5F7F3"/>
                </a:solidFill>
                <a:latin typeface="Arial"/>
                <a:ea typeface="Arial"/>
                <a:cs typeface="Arial"/>
              </a:defRPr>
            </a:lvl5pPr>
            <a:lvl6pPr>
              <a:buNone/>
              <a:defRPr sz="3300" b="1">
                <a:solidFill>
                  <a:srgbClr val="F5F7F3"/>
                </a:solidFill>
                <a:latin typeface="Arial"/>
                <a:ea typeface="Arial"/>
                <a:cs typeface="Arial"/>
              </a:defRPr>
            </a:lvl6pPr>
            <a:lvl7pPr>
              <a:buNone/>
              <a:defRPr sz="3300" b="1">
                <a:solidFill>
                  <a:srgbClr val="F5F7F3"/>
                </a:solidFill>
                <a:latin typeface="Arial"/>
                <a:ea typeface="Arial"/>
                <a:cs typeface="Arial"/>
              </a:defRPr>
            </a:lvl7pPr>
            <a:lvl8pPr>
              <a:buNone/>
              <a:defRPr sz="3300" b="1">
                <a:solidFill>
                  <a:srgbClr val="F5F7F3"/>
                </a:solidFill>
                <a:latin typeface="Arial"/>
                <a:ea typeface="Arial"/>
                <a:cs typeface="Arial"/>
              </a:defRPr>
            </a:lvl8pPr>
            <a:lvl9pPr>
              <a:buNone/>
              <a:defRPr sz="3300" b="1">
                <a:solidFill>
                  <a:srgbClr val="F5F7F3"/>
                </a:solidFill>
                <a:latin typeface="Arial"/>
                <a:ea typeface="Arial"/>
                <a:cs typeface="Arial"/>
              </a:defRPr>
            </a:lvl9pPr>
          </a:lstStyle>
          <a:p xmlns:a="http://schemas.openxmlformats.org/drawingml/2006/main">
            <a:pPr>
              <a:buNone/>
              <a:defRPr sz="3300" b="1">
                <a:solidFill>
                  <a:srgbClr val="F5F7F3"/>
                </a:solidFill>
                <a:latin typeface="Arial"/>
                <a:ea typeface="Arial"/>
                <a:cs typeface="Arial"/>
              </a:defRPr>
            </a:pPr>
            <a:r>
              <a:rPr sz="3300" b="1">
                <a:solidFill>
                  <a:srgbClr val="F5F7F3"/>
                </a:solidFill>
                <a:latin typeface="Arial"/>
                <a:ea typeface="Arial"/>
                <a:cs typeface="Arial"/>
              </a:rPr>
              <a:t>Scope and reviewer access</a:t>
            </a:r>
          </a:p>
        </p:txBody>
      </p:sp>
      <p:sp>
        <p:nvSpPr>
          <p:cNvPr id="2" name="">
            <a:extLst xmlns:a="http://schemas.openxmlformats.org/drawingml/2006/main">
              <a:ext uri="{FF2B5EF4-FFF2-40B4-BE49-F238E27FC236}">
                <a16:creationId xmlns:a16="http://schemas.microsoft.com/office/drawing/2014/main" id="{C53D6770-270C-46AF-A884-19B127C13826}"/>
              </a:ext>
            </a:extLst>
          </p:cNvPr>
          <p:cNvSpPr>
            <a:spLocks xmlns:a="http://schemas.openxmlformats.org/drawingml/2006/main" noGrp="1"/>
          </p:cNvSpPr>
          <p:nvPr/>
        </p:nvSpPr>
        <p:spPr>
          <a:xfrm xmlns:a="http://schemas.openxmlformats.org/drawingml/2006/main">
            <a:off x="1114425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D7EF9A"/>
                </a:solidFill>
                <a:latin typeface="Arial"/>
                <a:ea typeface="Arial"/>
                <a:cs typeface="Arial"/>
              </a:defRPr>
            </a:defPPr>
            <a:lvl1pPr>
              <a:buNone/>
              <a:defRPr sz="1275" b="0">
                <a:solidFill>
                  <a:srgbClr val="D7EF9A"/>
                </a:solidFill>
                <a:latin typeface="Arial"/>
                <a:ea typeface="Arial"/>
                <a:cs typeface="Arial"/>
              </a:defRPr>
            </a:lvl1pPr>
            <a:lvl2pPr>
              <a:buNone/>
              <a:defRPr sz="1275" b="0">
                <a:solidFill>
                  <a:srgbClr val="D7EF9A"/>
                </a:solidFill>
                <a:latin typeface="Arial"/>
                <a:ea typeface="Arial"/>
                <a:cs typeface="Arial"/>
              </a:defRPr>
            </a:lvl2pPr>
            <a:lvl3pPr>
              <a:buNone/>
              <a:defRPr sz="1275" b="0">
                <a:solidFill>
                  <a:srgbClr val="D7EF9A"/>
                </a:solidFill>
                <a:latin typeface="Arial"/>
                <a:ea typeface="Arial"/>
                <a:cs typeface="Arial"/>
              </a:defRPr>
            </a:lvl3pPr>
            <a:lvl4pPr>
              <a:buNone/>
              <a:defRPr sz="1275" b="0">
                <a:solidFill>
                  <a:srgbClr val="D7EF9A"/>
                </a:solidFill>
                <a:latin typeface="Arial"/>
                <a:ea typeface="Arial"/>
                <a:cs typeface="Arial"/>
              </a:defRPr>
            </a:lvl4pPr>
            <a:lvl5pPr>
              <a:buNone/>
              <a:defRPr sz="1275" b="0">
                <a:solidFill>
                  <a:srgbClr val="D7EF9A"/>
                </a:solidFill>
                <a:latin typeface="Arial"/>
                <a:ea typeface="Arial"/>
                <a:cs typeface="Arial"/>
              </a:defRPr>
            </a:lvl5pPr>
            <a:lvl6pPr>
              <a:buNone/>
              <a:defRPr sz="1275" b="0">
                <a:solidFill>
                  <a:srgbClr val="D7EF9A"/>
                </a:solidFill>
                <a:latin typeface="Arial"/>
                <a:ea typeface="Arial"/>
                <a:cs typeface="Arial"/>
              </a:defRPr>
            </a:lvl6pPr>
            <a:lvl7pPr>
              <a:buNone/>
              <a:defRPr sz="1275" b="0">
                <a:solidFill>
                  <a:srgbClr val="D7EF9A"/>
                </a:solidFill>
                <a:latin typeface="Arial"/>
                <a:ea typeface="Arial"/>
                <a:cs typeface="Arial"/>
              </a:defRPr>
            </a:lvl7pPr>
            <a:lvl8pPr>
              <a:buNone/>
              <a:defRPr sz="1275" b="0">
                <a:solidFill>
                  <a:srgbClr val="D7EF9A"/>
                </a:solidFill>
                <a:latin typeface="Arial"/>
                <a:ea typeface="Arial"/>
                <a:cs typeface="Arial"/>
              </a:defRPr>
            </a:lvl8pPr>
            <a:lvl9pPr>
              <a:buNone/>
              <a:defRPr sz="1275" b="0">
                <a:solidFill>
                  <a:srgbClr val="D7EF9A"/>
                </a:solidFill>
                <a:latin typeface="Arial"/>
                <a:ea typeface="Arial"/>
                <a:cs typeface="Arial"/>
              </a:defRPr>
            </a:lvl9pPr>
          </a:lstStyle>
          <a:p xmlns:a="http://schemas.openxmlformats.org/drawingml/2006/main">
            <a:pPr>
              <a:buNone/>
              <a:defRPr sz="1275" b="0">
                <a:solidFill>
                  <a:srgbClr val="D7EF9A"/>
                </a:solidFill>
                <a:latin typeface="Arial"/>
                <a:ea typeface="Arial"/>
                <a:cs typeface="Arial"/>
              </a:defRPr>
            </a:pPr>
            <a:r>
              <a:rPr sz="1275" b="0">
                <a:solidFill>
                  <a:srgbClr val="D7EF9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C7BB863-0CAD-4968-8858-9C7665B9DC7D}"/>
              </a:ext>
            </a:extLst>
          </p:cNvPr>
          <p:cNvSpPr>
            <a:spLocks xmlns:a="http://schemas.openxmlformats.org/drawingml/2006/main" noGrp="1"/>
          </p:cNvSpPr>
          <p:nvPr/>
        </p:nvSpPr>
        <p:spPr>
          <a:xfrm xmlns:a="http://schemas.openxmlformats.org/drawingml/2006/main">
            <a:off x="609600" y="1581150"/>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D7EF9A"/>
                </a:solidFill>
                <a:latin typeface="Arial"/>
                <a:ea typeface="Arial"/>
                <a:cs typeface="Arial"/>
              </a:defRPr>
            </a:defPPr>
            <a:lvl1pPr>
              <a:buNone/>
              <a:defRPr sz="3000" b="1">
                <a:solidFill>
                  <a:srgbClr val="D7EF9A"/>
                </a:solidFill>
                <a:latin typeface="Arial"/>
                <a:ea typeface="Arial"/>
                <a:cs typeface="Arial"/>
              </a:defRPr>
            </a:lvl1pPr>
            <a:lvl2pPr>
              <a:buNone/>
              <a:defRPr sz="3000" b="1">
                <a:solidFill>
                  <a:srgbClr val="D7EF9A"/>
                </a:solidFill>
                <a:latin typeface="Arial"/>
                <a:ea typeface="Arial"/>
                <a:cs typeface="Arial"/>
              </a:defRPr>
            </a:lvl2pPr>
            <a:lvl3pPr>
              <a:buNone/>
              <a:defRPr sz="3000" b="1">
                <a:solidFill>
                  <a:srgbClr val="D7EF9A"/>
                </a:solidFill>
                <a:latin typeface="Arial"/>
                <a:ea typeface="Arial"/>
                <a:cs typeface="Arial"/>
              </a:defRPr>
            </a:lvl3pPr>
            <a:lvl4pPr>
              <a:buNone/>
              <a:defRPr sz="3000" b="1">
                <a:solidFill>
                  <a:srgbClr val="D7EF9A"/>
                </a:solidFill>
                <a:latin typeface="Arial"/>
                <a:ea typeface="Arial"/>
                <a:cs typeface="Arial"/>
              </a:defRPr>
            </a:lvl4pPr>
            <a:lvl5pPr>
              <a:buNone/>
              <a:defRPr sz="3000" b="1">
                <a:solidFill>
                  <a:srgbClr val="D7EF9A"/>
                </a:solidFill>
                <a:latin typeface="Arial"/>
                <a:ea typeface="Arial"/>
                <a:cs typeface="Arial"/>
              </a:defRPr>
            </a:lvl5pPr>
            <a:lvl6pPr>
              <a:buNone/>
              <a:defRPr sz="3000" b="1">
                <a:solidFill>
                  <a:srgbClr val="D7EF9A"/>
                </a:solidFill>
                <a:latin typeface="Arial"/>
                <a:ea typeface="Arial"/>
                <a:cs typeface="Arial"/>
              </a:defRPr>
            </a:lvl6pPr>
            <a:lvl7pPr>
              <a:buNone/>
              <a:defRPr sz="3000" b="1">
                <a:solidFill>
                  <a:srgbClr val="D7EF9A"/>
                </a:solidFill>
                <a:latin typeface="Arial"/>
                <a:ea typeface="Arial"/>
                <a:cs typeface="Arial"/>
              </a:defRPr>
            </a:lvl7pPr>
            <a:lvl8pPr>
              <a:buNone/>
              <a:defRPr sz="3000" b="1">
                <a:solidFill>
                  <a:srgbClr val="D7EF9A"/>
                </a:solidFill>
                <a:latin typeface="Arial"/>
                <a:ea typeface="Arial"/>
                <a:cs typeface="Arial"/>
              </a:defRPr>
            </a:lvl8pPr>
            <a:lvl9pPr>
              <a:buNone/>
              <a:defRPr sz="3000" b="1">
                <a:solidFill>
                  <a:srgbClr val="D7EF9A"/>
                </a:solidFill>
                <a:latin typeface="Arial"/>
                <a:ea typeface="Arial"/>
                <a:cs typeface="Arial"/>
              </a:defRPr>
            </a:lvl9pPr>
          </a:lstStyle>
          <a:p xmlns:a="http://schemas.openxmlformats.org/drawingml/2006/main">
            <a:pPr>
              <a:buNone/>
              <a:defRPr sz="3000" b="1">
                <a:solidFill>
                  <a:srgbClr val="D7EF9A"/>
                </a:solidFill>
                <a:latin typeface="Arial"/>
                <a:ea typeface="Arial"/>
                <a:cs typeface="Arial"/>
              </a:defRPr>
            </a:pPr>
            <a:r>
              <a:rPr sz="3000" b="1">
                <a:solidFill>
                  <a:srgbClr val="D7EF9A"/>
                </a:solidFill>
                <a:latin typeface="Arial"/>
                <a:ea typeface="Arial"/>
                <a:cs typeface="Arial"/>
              </a:rPr>
              <a:t>A complete bill workflow with inspectable permission and receipts</a:t>
            </a:r>
          </a:p>
        </p:txBody>
      </p:sp>
      <p:sp>
        <p:nvSpPr>
          <p:cNvPr id="4" name="">
            <a:extLst xmlns:a="http://schemas.openxmlformats.org/drawingml/2006/main">
              <a:ext uri="{FF2B5EF4-FFF2-40B4-BE49-F238E27FC236}">
                <a16:creationId xmlns:a16="http://schemas.microsoft.com/office/drawing/2014/main" id="{868F39F3-C00F-4E47-9276-E01601BBF6C7}"/>
              </a:ext>
            </a:extLst>
          </p:cNvPr>
          <p:cNvSpPr>
            <a:spLocks xmlns:a="http://schemas.openxmlformats.org/drawingml/2006/main" noGrp="1"/>
          </p:cNvSpPr>
          <p:nvPr/>
        </p:nvSpPr>
        <p:spPr>
          <a:xfrm xmlns:a="http://schemas.openxmlformats.org/drawingml/2006/main">
            <a:off x="609600" y="29241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5F7F3"/>
                </a:solidFill>
                <a:latin typeface="Arial"/>
                <a:ea typeface="Arial"/>
                <a:cs typeface="Arial"/>
              </a:defRPr>
            </a:defPPr>
            <a:lvl1pPr>
              <a:buNone/>
              <a:defRPr sz="2100" b="0">
                <a:solidFill>
                  <a:srgbClr val="F5F7F3"/>
                </a:solidFill>
                <a:latin typeface="Arial"/>
                <a:ea typeface="Arial"/>
                <a:cs typeface="Arial"/>
              </a:defRPr>
            </a:lvl1pPr>
            <a:lvl2pPr>
              <a:buNone/>
              <a:defRPr sz="2100" b="0">
                <a:solidFill>
                  <a:srgbClr val="F5F7F3"/>
                </a:solidFill>
                <a:latin typeface="Arial"/>
                <a:ea typeface="Arial"/>
                <a:cs typeface="Arial"/>
              </a:defRPr>
            </a:lvl2pPr>
            <a:lvl3pPr>
              <a:buNone/>
              <a:defRPr sz="2100" b="0">
                <a:solidFill>
                  <a:srgbClr val="F5F7F3"/>
                </a:solidFill>
                <a:latin typeface="Arial"/>
                <a:ea typeface="Arial"/>
                <a:cs typeface="Arial"/>
              </a:defRPr>
            </a:lvl3pPr>
            <a:lvl4pPr>
              <a:buNone/>
              <a:defRPr sz="2100" b="0">
                <a:solidFill>
                  <a:srgbClr val="F5F7F3"/>
                </a:solidFill>
                <a:latin typeface="Arial"/>
                <a:ea typeface="Arial"/>
                <a:cs typeface="Arial"/>
              </a:defRPr>
            </a:lvl4pPr>
            <a:lvl5pPr>
              <a:buNone/>
              <a:defRPr sz="2100" b="0">
                <a:solidFill>
                  <a:srgbClr val="F5F7F3"/>
                </a:solidFill>
                <a:latin typeface="Arial"/>
                <a:ea typeface="Arial"/>
                <a:cs typeface="Arial"/>
              </a:defRPr>
            </a:lvl5pPr>
            <a:lvl6pPr>
              <a:buNone/>
              <a:defRPr sz="2100" b="0">
                <a:solidFill>
                  <a:srgbClr val="F5F7F3"/>
                </a:solidFill>
                <a:latin typeface="Arial"/>
                <a:ea typeface="Arial"/>
                <a:cs typeface="Arial"/>
              </a:defRPr>
            </a:lvl6pPr>
            <a:lvl7pPr>
              <a:buNone/>
              <a:defRPr sz="2100" b="0">
                <a:solidFill>
                  <a:srgbClr val="F5F7F3"/>
                </a:solidFill>
                <a:latin typeface="Arial"/>
                <a:ea typeface="Arial"/>
                <a:cs typeface="Arial"/>
              </a:defRPr>
            </a:lvl7pPr>
            <a:lvl8pPr>
              <a:buNone/>
              <a:defRPr sz="2100" b="0">
                <a:solidFill>
                  <a:srgbClr val="F5F7F3"/>
                </a:solidFill>
                <a:latin typeface="Arial"/>
                <a:ea typeface="Arial"/>
                <a:cs typeface="Arial"/>
              </a:defRPr>
            </a:lvl8pPr>
            <a:lvl9pPr>
              <a:buNone/>
              <a:defRPr sz="2100" b="0">
                <a:solidFill>
                  <a:srgbClr val="F5F7F3"/>
                </a:solidFill>
                <a:latin typeface="Arial"/>
                <a:ea typeface="Arial"/>
                <a:cs typeface="Arial"/>
              </a:defRPr>
            </a:lvl9pPr>
          </a:lstStyle>
          <a:p xmlns:a="http://schemas.openxmlformats.org/drawingml/2006/main">
            <a:pPr>
              <a:buNone/>
              <a:defRPr sz="2100" b="0">
                <a:solidFill>
                  <a:srgbClr val="F5F7F3"/>
                </a:solidFill>
                <a:latin typeface="Arial"/>
                <a:ea typeface="Arial"/>
                <a:cs typeface="Arial"/>
              </a:defRPr>
            </a:pPr>
            <a:r>
              <a:rPr sz="2100" b="0">
                <a:solidFill>
                  <a:srgbClr val="F5F7F3"/>
                </a:solidFill>
                <a:latin typeface="Arial"/>
                <a:ea typeface="Arial"/>
                <a:cs typeface="Arial"/>
              </a:rPr>
              <a:t>Known answer miss: 350 eligible reported instead of 425 approved</a:t>
            </a:r>
          </a:p>
        </p:txBody>
      </p:sp>
      <p:sp>
        <p:nvSpPr>
          <p:cNvPr id="5" name="">
            <a:extLst xmlns:a="http://schemas.openxmlformats.org/drawingml/2006/main">
              <a:ext uri="{FF2B5EF4-FFF2-40B4-BE49-F238E27FC236}">
                <a16:creationId xmlns:a16="http://schemas.microsoft.com/office/drawing/2014/main" id="{39DD4C3F-ECE1-43B0-8E5D-B9C66B0F1827}"/>
              </a:ext>
            </a:extLst>
          </p:cNvPr>
          <p:cNvSpPr>
            <a:spLocks xmlns:a="http://schemas.openxmlformats.org/drawingml/2006/main" noGrp="1"/>
          </p:cNvSpPr>
          <p:nvPr/>
        </p:nvSpPr>
        <p:spPr>
          <a:xfrm xmlns:a="http://schemas.openxmlformats.org/drawingml/2006/main">
            <a:off x="609600" y="36099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5F7F3"/>
                </a:solidFill>
                <a:latin typeface="Arial"/>
                <a:ea typeface="Arial"/>
                <a:cs typeface="Arial"/>
              </a:defRPr>
            </a:defPPr>
            <a:lvl1pPr>
              <a:buNone/>
              <a:defRPr sz="2100" b="0">
                <a:solidFill>
                  <a:srgbClr val="F5F7F3"/>
                </a:solidFill>
                <a:latin typeface="Arial"/>
                <a:ea typeface="Arial"/>
                <a:cs typeface="Arial"/>
              </a:defRPr>
            </a:lvl1pPr>
            <a:lvl2pPr>
              <a:buNone/>
              <a:defRPr sz="2100" b="0">
                <a:solidFill>
                  <a:srgbClr val="F5F7F3"/>
                </a:solidFill>
                <a:latin typeface="Arial"/>
                <a:ea typeface="Arial"/>
                <a:cs typeface="Arial"/>
              </a:defRPr>
            </a:lvl2pPr>
            <a:lvl3pPr>
              <a:buNone/>
              <a:defRPr sz="2100" b="0">
                <a:solidFill>
                  <a:srgbClr val="F5F7F3"/>
                </a:solidFill>
                <a:latin typeface="Arial"/>
                <a:ea typeface="Arial"/>
                <a:cs typeface="Arial"/>
              </a:defRPr>
            </a:lvl3pPr>
            <a:lvl4pPr>
              <a:buNone/>
              <a:defRPr sz="2100" b="0">
                <a:solidFill>
                  <a:srgbClr val="F5F7F3"/>
                </a:solidFill>
                <a:latin typeface="Arial"/>
                <a:ea typeface="Arial"/>
                <a:cs typeface="Arial"/>
              </a:defRPr>
            </a:lvl4pPr>
            <a:lvl5pPr>
              <a:buNone/>
              <a:defRPr sz="2100" b="0">
                <a:solidFill>
                  <a:srgbClr val="F5F7F3"/>
                </a:solidFill>
                <a:latin typeface="Arial"/>
                <a:ea typeface="Arial"/>
                <a:cs typeface="Arial"/>
              </a:defRPr>
            </a:lvl5pPr>
            <a:lvl6pPr>
              <a:buNone/>
              <a:defRPr sz="2100" b="0">
                <a:solidFill>
                  <a:srgbClr val="F5F7F3"/>
                </a:solidFill>
                <a:latin typeface="Arial"/>
                <a:ea typeface="Arial"/>
                <a:cs typeface="Arial"/>
              </a:defRPr>
            </a:lvl6pPr>
            <a:lvl7pPr>
              <a:buNone/>
              <a:defRPr sz="2100" b="0">
                <a:solidFill>
                  <a:srgbClr val="F5F7F3"/>
                </a:solidFill>
                <a:latin typeface="Arial"/>
                <a:ea typeface="Arial"/>
                <a:cs typeface="Arial"/>
              </a:defRPr>
            </a:lvl7pPr>
            <a:lvl8pPr>
              <a:buNone/>
              <a:defRPr sz="2100" b="0">
                <a:solidFill>
                  <a:srgbClr val="F5F7F3"/>
                </a:solidFill>
                <a:latin typeface="Arial"/>
                <a:ea typeface="Arial"/>
                <a:cs typeface="Arial"/>
              </a:defRPr>
            </a:lvl8pPr>
            <a:lvl9pPr>
              <a:buNone/>
              <a:defRPr sz="2100" b="0">
                <a:solidFill>
                  <a:srgbClr val="F5F7F3"/>
                </a:solidFill>
                <a:latin typeface="Arial"/>
                <a:ea typeface="Arial"/>
                <a:cs typeface="Arial"/>
              </a:defRPr>
            </a:lvl9pPr>
          </a:lstStyle>
          <a:p xmlns:a="http://schemas.openxmlformats.org/drawingml/2006/main">
            <a:pPr>
              <a:buNone/>
              <a:defRPr sz="2100" b="0">
                <a:solidFill>
                  <a:srgbClr val="F5F7F3"/>
                </a:solidFill>
                <a:latin typeface="Arial"/>
                <a:ea typeface="Arial"/>
                <a:cs typeface="Arial"/>
              </a:defRPr>
            </a:pPr>
            <a:r>
              <a:rPr sz="2100" b="0">
                <a:solidFill>
                  <a:srgbClr val="F5F7F3"/>
                </a:solidFill>
                <a:latin typeface="Arial"/>
                <a:ea typeface="Arial"/>
                <a:cs typeface="Arial"/>
              </a:rPr>
              <a:t>Prototype signing storage, shared access and no external audit</a:t>
            </a:r>
          </a:p>
        </p:txBody>
      </p:sp>
      <p:sp>
        <p:nvSpPr>
          <p:cNvPr id="6" name="">
            <a:extLst xmlns:a="http://schemas.openxmlformats.org/drawingml/2006/main">
              <a:ext uri="{FF2B5EF4-FFF2-40B4-BE49-F238E27FC236}">
                <a16:creationId xmlns:a16="http://schemas.microsoft.com/office/drawing/2014/main" id="{191E72B7-D8E0-49C6-B705-55F5E2443C6F}"/>
              </a:ext>
            </a:extLst>
          </p:cNvPr>
          <p:cNvSpPr>
            <a:spLocks xmlns:a="http://schemas.openxmlformats.org/drawingml/2006/main" noGrp="1"/>
          </p:cNvSpPr>
          <p:nvPr/>
        </p:nvSpPr>
        <p:spPr>
          <a:xfrm xmlns:a="http://schemas.openxmlformats.org/drawingml/2006/main">
            <a:off x="609600" y="42957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5F7F3"/>
                </a:solidFill>
                <a:latin typeface="Arial"/>
                <a:ea typeface="Arial"/>
                <a:cs typeface="Arial"/>
              </a:defRPr>
            </a:defPPr>
            <a:lvl1pPr>
              <a:buNone/>
              <a:defRPr sz="2100" b="0">
                <a:solidFill>
                  <a:srgbClr val="F5F7F3"/>
                </a:solidFill>
                <a:latin typeface="Arial"/>
                <a:ea typeface="Arial"/>
                <a:cs typeface="Arial"/>
              </a:defRPr>
            </a:lvl1pPr>
            <a:lvl2pPr>
              <a:buNone/>
              <a:defRPr sz="2100" b="0">
                <a:solidFill>
                  <a:srgbClr val="F5F7F3"/>
                </a:solidFill>
                <a:latin typeface="Arial"/>
                <a:ea typeface="Arial"/>
                <a:cs typeface="Arial"/>
              </a:defRPr>
            </a:lvl2pPr>
            <a:lvl3pPr>
              <a:buNone/>
              <a:defRPr sz="2100" b="0">
                <a:solidFill>
                  <a:srgbClr val="F5F7F3"/>
                </a:solidFill>
                <a:latin typeface="Arial"/>
                <a:ea typeface="Arial"/>
                <a:cs typeface="Arial"/>
              </a:defRPr>
            </a:lvl3pPr>
            <a:lvl4pPr>
              <a:buNone/>
              <a:defRPr sz="2100" b="0">
                <a:solidFill>
                  <a:srgbClr val="F5F7F3"/>
                </a:solidFill>
                <a:latin typeface="Arial"/>
                <a:ea typeface="Arial"/>
                <a:cs typeface="Arial"/>
              </a:defRPr>
            </a:lvl4pPr>
            <a:lvl5pPr>
              <a:buNone/>
              <a:defRPr sz="2100" b="0">
                <a:solidFill>
                  <a:srgbClr val="F5F7F3"/>
                </a:solidFill>
                <a:latin typeface="Arial"/>
                <a:ea typeface="Arial"/>
                <a:cs typeface="Arial"/>
              </a:defRPr>
            </a:lvl5pPr>
            <a:lvl6pPr>
              <a:buNone/>
              <a:defRPr sz="2100" b="0">
                <a:solidFill>
                  <a:srgbClr val="F5F7F3"/>
                </a:solidFill>
                <a:latin typeface="Arial"/>
                <a:ea typeface="Arial"/>
                <a:cs typeface="Arial"/>
              </a:defRPr>
            </a:lvl6pPr>
            <a:lvl7pPr>
              <a:buNone/>
              <a:defRPr sz="2100" b="0">
                <a:solidFill>
                  <a:srgbClr val="F5F7F3"/>
                </a:solidFill>
                <a:latin typeface="Arial"/>
                <a:ea typeface="Arial"/>
                <a:cs typeface="Arial"/>
              </a:defRPr>
            </a:lvl7pPr>
            <a:lvl8pPr>
              <a:buNone/>
              <a:defRPr sz="2100" b="0">
                <a:solidFill>
                  <a:srgbClr val="F5F7F3"/>
                </a:solidFill>
                <a:latin typeface="Arial"/>
                <a:ea typeface="Arial"/>
                <a:cs typeface="Arial"/>
              </a:defRPr>
            </a:lvl8pPr>
            <a:lvl9pPr>
              <a:buNone/>
              <a:defRPr sz="2100" b="0">
                <a:solidFill>
                  <a:srgbClr val="F5F7F3"/>
                </a:solidFill>
                <a:latin typeface="Arial"/>
                <a:ea typeface="Arial"/>
                <a:cs typeface="Arial"/>
              </a:defRPr>
            </a:lvl9pPr>
          </a:lstStyle>
          <a:p xmlns:a="http://schemas.openxmlformats.org/drawingml/2006/main">
            <a:pPr>
              <a:buNone/>
              <a:defRPr sz="2100" b="0">
                <a:solidFill>
                  <a:srgbClr val="F5F7F3"/>
                </a:solidFill>
                <a:latin typeface="Arial"/>
                <a:ea typeface="Arial"/>
                <a:cs typeface="Arial"/>
              </a:defRPr>
            </a:pPr>
            <a:r>
              <a:rPr sz="2100" b="0">
                <a:solidFill>
                  <a:srgbClr val="F5F7F3"/>
                </a:solidFill>
                <a:latin typeface="Arial"/>
                <a:ea typeface="Arial"/>
                <a:cs typeface="Arial"/>
              </a:rPr>
              <a:t>No measured human time savings or held-out accuracy claim</a:t>
            </a:r>
          </a:p>
        </p:txBody>
      </p:sp>
      <p:sp>
        <p:nvSpPr>
          <p:cNvPr id="7" name="">
            <a:extLst xmlns:a="http://schemas.openxmlformats.org/drawingml/2006/main">
              <a:ext uri="{FF2B5EF4-FFF2-40B4-BE49-F238E27FC236}">
                <a16:creationId xmlns:a16="http://schemas.microsoft.com/office/drawing/2014/main" id="{91A27267-6E17-4524-9CA7-596E9FBEF4E8}"/>
              </a:ext>
            </a:extLst>
          </p:cNvPr>
          <p:cNvSpPr>
            <a:spLocks xmlns:a="http://schemas.openxmlformats.org/drawingml/2006/main" noGrp="1"/>
          </p:cNvSpPr>
          <p:nvPr/>
        </p:nvSpPr>
        <p:spPr>
          <a:xfrm xmlns:a="http://schemas.openxmlformats.org/drawingml/2006/main">
            <a:off x="609600" y="51530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7EF9A"/>
                </a:solidFill>
                <a:latin typeface="Arial"/>
                <a:ea typeface="Arial"/>
                <a:cs typeface="Arial"/>
              </a:defRPr>
            </a:defPPr>
            <a:lvl1pPr>
              <a:buNone/>
              <a:defRPr sz="1800" b="0">
                <a:solidFill>
                  <a:srgbClr val="D7EF9A"/>
                </a:solidFill>
                <a:latin typeface="Arial"/>
                <a:ea typeface="Arial"/>
                <a:cs typeface="Arial"/>
              </a:defRPr>
            </a:lvl1pPr>
            <a:lvl2pPr>
              <a:buNone/>
              <a:defRPr sz="1800" b="0">
                <a:solidFill>
                  <a:srgbClr val="D7EF9A"/>
                </a:solidFill>
                <a:latin typeface="Arial"/>
                <a:ea typeface="Arial"/>
                <a:cs typeface="Arial"/>
              </a:defRPr>
            </a:lvl2pPr>
            <a:lvl3pPr>
              <a:buNone/>
              <a:defRPr sz="1800" b="0">
                <a:solidFill>
                  <a:srgbClr val="D7EF9A"/>
                </a:solidFill>
                <a:latin typeface="Arial"/>
                <a:ea typeface="Arial"/>
                <a:cs typeface="Arial"/>
              </a:defRPr>
            </a:lvl3pPr>
            <a:lvl4pPr>
              <a:buNone/>
              <a:defRPr sz="1800" b="0">
                <a:solidFill>
                  <a:srgbClr val="D7EF9A"/>
                </a:solidFill>
                <a:latin typeface="Arial"/>
                <a:ea typeface="Arial"/>
                <a:cs typeface="Arial"/>
              </a:defRPr>
            </a:lvl4pPr>
            <a:lvl5pPr>
              <a:buNone/>
              <a:defRPr sz="1800" b="0">
                <a:solidFill>
                  <a:srgbClr val="D7EF9A"/>
                </a:solidFill>
                <a:latin typeface="Arial"/>
                <a:ea typeface="Arial"/>
                <a:cs typeface="Arial"/>
              </a:defRPr>
            </a:lvl5pPr>
            <a:lvl6pPr>
              <a:buNone/>
              <a:defRPr sz="1800" b="0">
                <a:solidFill>
                  <a:srgbClr val="D7EF9A"/>
                </a:solidFill>
                <a:latin typeface="Arial"/>
                <a:ea typeface="Arial"/>
                <a:cs typeface="Arial"/>
              </a:defRPr>
            </a:lvl6pPr>
            <a:lvl7pPr>
              <a:buNone/>
              <a:defRPr sz="1800" b="0">
                <a:solidFill>
                  <a:srgbClr val="D7EF9A"/>
                </a:solidFill>
                <a:latin typeface="Arial"/>
                <a:ea typeface="Arial"/>
                <a:cs typeface="Arial"/>
              </a:defRPr>
            </a:lvl7pPr>
            <a:lvl8pPr>
              <a:buNone/>
              <a:defRPr sz="1800" b="0">
                <a:solidFill>
                  <a:srgbClr val="D7EF9A"/>
                </a:solidFill>
                <a:latin typeface="Arial"/>
                <a:ea typeface="Arial"/>
                <a:cs typeface="Arial"/>
              </a:defRPr>
            </a:lvl8pPr>
            <a:lvl9pPr>
              <a:buNone/>
              <a:defRPr sz="1800" b="0">
                <a:solidFill>
                  <a:srgbClr val="D7EF9A"/>
                </a:solidFill>
                <a:latin typeface="Arial"/>
                <a:ea typeface="Arial"/>
                <a:cs typeface="Arial"/>
              </a:defRPr>
            </a:lvl9pPr>
          </a:lstStyle>
          <a:p xmlns:a="http://schemas.openxmlformats.org/drawingml/2006/main">
            <a:pPr>
              <a:buNone/>
              <a:defRPr sz="1800" b="0">
                <a:solidFill>
                  <a:srgbClr val="D7EF9A"/>
                </a:solidFill>
                <a:latin typeface="Arial"/>
                <a:ea typeface="Arial"/>
                <a:cs typeface="Arial"/>
              </a:defRPr>
            </a:pPr>
            <a:r>
              <a:rPr sz="1800" b="0">
                <a:solidFill>
                  <a:srgbClr val="D7EF9A"/>
                </a:solidFill>
                <a:latin typeface="Arial"/>
                <a:ea typeface="Arial"/>
                <a:cs typeface="Arial"/>
              </a:rPr>
              <a:t>Source ZIP and setup README · Execution Evidence and receipt links</a:t>
            </a:r>
          </a:p>
        </p:txBody>
      </p:sp>
      <p:sp>
        <p:nvSpPr>
          <p:cNvPr id="8" name="">
            <a:extLst xmlns:a="http://schemas.openxmlformats.org/drawingml/2006/main">
              <a:ext uri="{FF2B5EF4-FFF2-40B4-BE49-F238E27FC236}">
                <a16:creationId xmlns:a16="http://schemas.microsoft.com/office/drawing/2014/main" id="{1A06BAFD-4927-460B-A734-D1598B194936}"/>
              </a:ext>
            </a:extLst>
          </p:cNvPr>
          <p:cNvSpPr>
            <a:spLocks xmlns:a="http://schemas.openxmlformats.org/drawingml/2006/main" noGrp="1"/>
          </p:cNvSpPr>
          <p:nvPr/>
        </p:nvSpPr>
        <p:spPr>
          <a:xfrm xmlns:a="http://schemas.openxmlformats.org/drawingml/2006/main">
            <a:off x="609600" y="56864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5F7F3"/>
                </a:solidFill>
                <a:latin typeface="Arial"/>
                <a:ea typeface="Arial"/>
                <a:cs typeface="Arial"/>
              </a:defRPr>
            </a:defPPr>
            <a:lvl1pPr>
              <a:buNone/>
              <a:defRPr sz="1950" b="0">
                <a:solidFill>
                  <a:srgbClr val="F5F7F3"/>
                </a:solidFill>
                <a:latin typeface="Arial"/>
                <a:ea typeface="Arial"/>
                <a:cs typeface="Arial"/>
              </a:defRPr>
            </a:lvl1pPr>
            <a:lvl2pPr>
              <a:buNone/>
              <a:defRPr sz="1950" b="0">
                <a:solidFill>
                  <a:srgbClr val="F5F7F3"/>
                </a:solidFill>
                <a:latin typeface="Arial"/>
                <a:ea typeface="Arial"/>
                <a:cs typeface="Arial"/>
              </a:defRPr>
            </a:lvl2pPr>
            <a:lvl3pPr>
              <a:buNone/>
              <a:defRPr sz="1950" b="0">
                <a:solidFill>
                  <a:srgbClr val="F5F7F3"/>
                </a:solidFill>
                <a:latin typeface="Arial"/>
                <a:ea typeface="Arial"/>
                <a:cs typeface="Arial"/>
              </a:defRPr>
            </a:lvl3pPr>
            <a:lvl4pPr>
              <a:buNone/>
              <a:defRPr sz="1950" b="0">
                <a:solidFill>
                  <a:srgbClr val="F5F7F3"/>
                </a:solidFill>
                <a:latin typeface="Arial"/>
                <a:ea typeface="Arial"/>
                <a:cs typeface="Arial"/>
              </a:defRPr>
            </a:lvl4pPr>
            <a:lvl5pPr>
              <a:buNone/>
              <a:defRPr sz="1950" b="0">
                <a:solidFill>
                  <a:srgbClr val="F5F7F3"/>
                </a:solidFill>
                <a:latin typeface="Arial"/>
                <a:ea typeface="Arial"/>
                <a:cs typeface="Arial"/>
              </a:defRPr>
            </a:lvl5pPr>
            <a:lvl6pPr>
              <a:buNone/>
              <a:defRPr sz="1950" b="0">
                <a:solidFill>
                  <a:srgbClr val="F5F7F3"/>
                </a:solidFill>
                <a:latin typeface="Arial"/>
                <a:ea typeface="Arial"/>
                <a:cs typeface="Arial"/>
              </a:defRPr>
            </a:lvl6pPr>
            <a:lvl7pPr>
              <a:buNone/>
              <a:defRPr sz="1950" b="0">
                <a:solidFill>
                  <a:srgbClr val="F5F7F3"/>
                </a:solidFill>
                <a:latin typeface="Arial"/>
                <a:ea typeface="Arial"/>
                <a:cs typeface="Arial"/>
              </a:defRPr>
            </a:lvl7pPr>
            <a:lvl8pPr>
              <a:buNone/>
              <a:defRPr sz="1950" b="0">
                <a:solidFill>
                  <a:srgbClr val="F5F7F3"/>
                </a:solidFill>
                <a:latin typeface="Arial"/>
                <a:ea typeface="Arial"/>
                <a:cs typeface="Arial"/>
              </a:defRPr>
            </a:lvl8pPr>
            <a:lvl9pPr>
              <a:buNone/>
              <a:defRPr sz="1950" b="0">
                <a:solidFill>
                  <a:srgbClr val="F5F7F3"/>
                </a:solidFill>
                <a:latin typeface="Arial"/>
                <a:ea typeface="Arial"/>
                <a:cs typeface="Arial"/>
              </a:defRPr>
            </a:lvl9pPr>
          </a:lstStyle>
          <a:p xmlns:a="http://schemas.openxmlformats.org/drawingml/2006/main">
            <a:pPr>
              <a:buNone/>
              <a:defRPr sz="1950" b="0">
                <a:solidFill>
                  <a:srgbClr val="F5F7F3"/>
                </a:solidFill>
                <a:latin typeface="Arial"/>
                <a:ea typeface="Arial"/>
                <a:cs typeface="Arial"/>
              </a:defRPr>
            </a:pPr>
            <a:r>
              <a:rPr sz="1950" b="0">
                <a:solidFill>
                  <a:srgbClr val="F5F7F3"/>
                </a:solidFill>
                <a:latin typeface="Arial"/>
                <a:ea typeface="Arial"/>
                <a:cs typeface="Arial"/>
              </a:rPr>
              <a:t>https://chainsentinel-mandate.onrender.com</a:t>
            </a:r>
          </a:p>
        </p:txBody>
      </p:sp>
      <p:sp>
        <p:nvSpPr>
          <p:cNvPr id="9" name="">
            <a:extLst xmlns:a="http://schemas.openxmlformats.org/drawingml/2006/main">
              <a:ext uri="{FF2B5EF4-FFF2-40B4-BE49-F238E27FC236}">
                <a16:creationId xmlns:a16="http://schemas.microsoft.com/office/drawing/2014/main" id="{1E4085C2-032D-4C0D-A2CD-53B2C1C093CB}"/>
              </a:ext>
            </a:extLst>
          </p:cNvPr>
          <p:cNvSpPr>
            <a:spLocks xmlns:a="http://schemas.openxmlformats.org/drawingml/2006/main" noGrp="1"/>
          </p:cNvSpPr>
          <p:nvPr/>
        </p:nvSpPr>
        <p:spPr>
          <a:xfrm xmlns:a="http://schemas.openxmlformats.org/drawingml/2006/main">
            <a:off x="609600" y="62007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DB7"/>
                </a:solidFill>
                <a:latin typeface="Arial"/>
                <a:ea typeface="Arial"/>
                <a:cs typeface="Arial"/>
              </a:defRPr>
            </a:defPPr>
            <a:lvl1pPr>
              <a:buNone/>
              <a:defRPr sz="1350" b="0">
                <a:solidFill>
                  <a:srgbClr val="B7CDB7"/>
                </a:solidFill>
                <a:latin typeface="Arial"/>
                <a:ea typeface="Arial"/>
                <a:cs typeface="Arial"/>
              </a:defRPr>
            </a:lvl1pPr>
            <a:lvl2pPr>
              <a:buNone/>
              <a:defRPr sz="1350" b="0">
                <a:solidFill>
                  <a:srgbClr val="B7CDB7"/>
                </a:solidFill>
                <a:latin typeface="Arial"/>
                <a:ea typeface="Arial"/>
                <a:cs typeface="Arial"/>
              </a:defRPr>
            </a:lvl2pPr>
            <a:lvl3pPr>
              <a:buNone/>
              <a:defRPr sz="1350" b="0">
                <a:solidFill>
                  <a:srgbClr val="B7CDB7"/>
                </a:solidFill>
                <a:latin typeface="Arial"/>
                <a:ea typeface="Arial"/>
                <a:cs typeface="Arial"/>
              </a:defRPr>
            </a:lvl3pPr>
            <a:lvl4pPr>
              <a:buNone/>
              <a:defRPr sz="1350" b="0">
                <a:solidFill>
                  <a:srgbClr val="B7CDB7"/>
                </a:solidFill>
                <a:latin typeface="Arial"/>
                <a:ea typeface="Arial"/>
                <a:cs typeface="Arial"/>
              </a:defRPr>
            </a:lvl4pPr>
            <a:lvl5pPr>
              <a:buNone/>
              <a:defRPr sz="1350" b="0">
                <a:solidFill>
                  <a:srgbClr val="B7CDB7"/>
                </a:solidFill>
                <a:latin typeface="Arial"/>
                <a:ea typeface="Arial"/>
                <a:cs typeface="Arial"/>
              </a:defRPr>
            </a:lvl5pPr>
            <a:lvl6pPr>
              <a:buNone/>
              <a:defRPr sz="1350" b="0">
                <a:solidFill>
                  <a:srgbClr val="B7CDB7"/>
                </a:solidFill>
                <a:latin typeface="Arial"/>
                <a:ea typeface="Arial"/>
                <a:cs typeface="Arial"/>
              </a:defRPr>
            </a:lvl6pPr>
            <a:lvl7pPr>
              <a:buNone/>
              <a:defRPr sz="1350" b="0">
                <a:solidFill>
                  <a:srgbClr val="B7CDB7"/>
                </a:solidFill>
                <a:latin typeface="Arial"/>
                <a:ea typeface="Arial"/>
                <a:cs typeface="Arial"/>
              </a:defRPr>
            </a:lvl7pPr>
            <a:lvl8pPr>
              <a:buNone/>
              <a:defRPr sz="1350" b="0">
                <a:solidFill>
                  <a:srgbClr val="B7CDB7"/>
                </a:solidFill>
                <a:latin typeface="Arial"/>
                <a:ea typeface="Arial"/>
                <a:cs typeface="Arial"/>
              </a:defRPr>
            </a:lvl8pPr>
            <a:lvl9pPr>
              <a:buNone/>
              <a:defRPr sz="1350" b="0">
                <a:solidFill>
                  <a:srgbClr val="B7CDB7"/>
                </a:solidFill>
                <a:latin typeface="Arial"/>
                <a:ea typeface="Arial"/>
                <a:cs typeface="Arial"/>
              </a:defRPr>
            </a:lvl9pPr>
          </a:lstStyle>
          <a:p xmlns:a="http://schemas.openxmlformats.org/drawingml/2006/main">
            <a:pPr>
              <a:buNone/>
              <a:defRPr sz="1350" b="0">
                <a:solidFill>
                  <a:srgbClr val="B7CDB7"/>
                </a:solidFill>
                <a:latin typeface="Arial"/>
                <a:ea typeface="Arial"/>
                <a:cs typeface="Arial"/>
              </a:defRPr>
            </a:pPr>
            <a:r>
              <a:rPr sz="1350" b="0">
                <a:solidFill>
                  <a:srgbClr val="B7CDB7"/>
                </a:solidFill>
                <a:latin typeface="Arial"/>
                <a:ea typeface="Arial"/>
                <a:cs typeface="Arial"/>
              </a:rPr>
              <a:t>Local development and Sepolia only. Organizer acceptance of Sepolia is unconfirmed.</a:t>
            </a:r>
          </a:p>
        </p:txBody>
      </p:sp>
    </p:spTree>
    <p:extLst>
      <p:ext uri="{BB962C8B-B14F-4D97-AF65-F5344CB8AC3E}">
        <p14:creationId xmlns:p14="http://schemas.microsoft.com/office/powerpoint/2010/main" val="9115630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2026-10-20T12:16:38.5150000Z</dcterms:created>
  <dcterms:modified xsi:type="dcterms:W3CDTF">2026-10-20T12:16:38.5150000Z</dcterms:modified>
</coreProperties>
</file>